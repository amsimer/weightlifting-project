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6858000" cy="9144000"/>
  <p:embeddedFontLst>
    <p:embeddedFont>
      <p:font typeface="Figtree"/>
      <p:regular r:id="rId15"/>
      <p:bold r:id="rId16"/>
      <p:italic r:id="rId17"/>
      <p:boldItalic r:id="rId18"/>
    </p:embeddedFont>
    <p:embeddedFont>
      <p:font typeface="Roboto"/>
      <p:regular r:id="rId19"/>
      <p:bold r:id="rId20"/>
      <p:italic r:id="rId21"/>
      <p:boldItalic r:id="rId22"/>
    </p:embeddedFont>
    <p:embeddedFont>
      <p:font typeface="Century Gothic"/>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D53B1BC-EF67-49F4-8920-0457392EC24F}">
  <a:tblStyle styleId="{BD53B1BC-EF67-49F4-8920-0457392EC24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20" Type="http://schemas.openxmlformats.org/officeDocument/2006/relationships/font" Target="fonts/Roboto-bold.fntdata"/><Relationship Id="rId22" Type="http://schemas.openxmlformats.org/officeDocument/2006/relationships/font" Target="fonts/Roboto-boldItalic.fntdata"/><Relationship Id="rId21" Type="http://schemas.openxmlformats.org/officeDocument/2006/relationships/font" Target="fonts/Roboto-italic.fntdata"/><Relationship Id="rId24" Type="http://schemas.openxmlformats.org/officeDocument/2006/relationships/font" Target="fonts/CenturyGothic-bold.fntdata"/><Relationship Id="rId23" Type="http://schemas.openxmlformats.org/officeDocument/2006/relationships/font" Target="fonts/CenturyGothic-regular.fntdata"/><Relationship Id="rId26" Type="http://schemas.openxmlformats.org/officeDocument/2006/relationships/font" Target="fonts/CenturyGothic-boldItalic.fntdata"/><Relationship Id="rId25" Type="http://schemas.openxmlformats.org/officeDocument/2006/relationships/font" Target="fonts/CenturyGothic-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Figtree-regular.fntdata"/><Relationship Id="rId14" Type="http://schemas.openxmlformats.org/officeDocument/2006/relationships/slide" Target="slides/slide9.xml"/><Relationship Id="rId17" Type="http://schemas.openxmlformats.org/officeDocument/2006/relationships/font" Target="fonts/Figtree-italic.fntdata"/><Relationship Id="rId16" Type="http://schemas.openxmlformats.org/officeDocument/2006/relationships/font" Target="fonts/Figtree-bold.fntdata"/><Relationship Id="rId19" Type="http://schemas.openxmlformats.org/officeDocument/2006/relationships/font" Target="fonts/Roboto-regular.fntdata"/><Relationship Id="rId18" Type="http://schemas.openxmlformats.org/officeDocument/2006/relationships/font" Target="fonts/Figtree-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317500" lvl="0" marL="457200" rtl="0" algn="l">
              <a:spcBef>
                <a:spcPts val="0"/>
              </a:spcBef>
              <a:spcAft>
                <a:spcPts val="0"/>
              </a:spcAft>
              <a:buSzPts val="1400"/>
              <a:buChar char="●"/>
            </a:pPr>
            <a:r>
              <a:rPr b="1" lang="en-US" sz="1400"/>
              <a:t>Hello</a:t>
            </a:r>
            <a:endParaRPr b="1" sz="1400"/>
          </a:p>
          <a:p>
            <a:pPr indent="-330200" lvl="0" marL="457200" rtl="0" algn="l">
              <a:spcBef>
                <a:spcPts val="0"/>
              </a:spcBef>
              <a:spcAft>
                <a:spcPts val="0"/>
              </a:spcAft>
              <a:buSzPts val="1600"/>
              <a:buChar char="●"/>
            </a:pPr>
            <a:r>
              <a:rPr b="1" lang="en-US" sz="1400"/>
              <a:t>We are group 6 the Weightlifting muchachos</a:t>
            </a:r>
            <a:endParaRPr b="1" sz="1400"/>
          </a:p>
          <a:p>
            <a:pPr indent="-330200" lvl="0" marL="457200" rtl="0" algn="l">
              <a:spcBef>
                <a:spcPts val="0"/>
              </a:spcBef>
              <a:spcAft>
                <a:spcPts val="0"/>
              </a:spcAft>
              <a:buSzPts val="1600"/>
              <a:buChar char="●"/>
            </a:pPr>
            <a:r>
              <a:rPr b="1" lang="en-US" sz="1400"/>
              <a:t>My name is yunus. this shaun, usb and santi</a:t>
            </a:r>
            <a:endParaRPr b="1" sz="1400"/>
          </a:p>
          <a:p>
            <a:pPr indent="-330200" lvl="0" marL="457200" rtl="0" algn="l">
              <a:spcBef>
                <a:spcPts val="0"/>
              </a:spcBef>
              <a:spcAft>
                <a:spcPts val="0"/>
              </a:spcAft>
              <a:buSzPts val="1600"/>
              <a:buChar char="●"/>
            </a:pPr>
            <a:r>
              <a:rPr b="1" lang="en-US" sz="1400"/>
              <a:t>Today, we will </a:t>
            </a:r>
            <a:r>
              <a:rPr b="1" lang="en-US" sz="1400"/>
              <a:t>present the problem, our solution, the user interaction, our results, and our project methodology.</a:t>
            </a:r>
            <a:endParaRPr b="1" sz="1400"/>
          </a:p>
        </p:txBody>
      </p:sp>
      <p:sp>
        <p:nvSpPr>
          <p:cNvPr id="501" name="Google Shape;50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330200" lvl="0" marL="457200" rtl="0" algn="l">
              <a:lnSpc>
                <a:spcPct val="115000"/>
              </a:lnSpc>
              <a:spcBef>
                <a:spcPts val="1200"/>
              </a:spcBef>
              <a:spcAft>
                <a:spcPts val="0"/>
              </a:spcAft>
              <a:buSzPts val="1600"/>
              <a:buFont typeface="Arial"/>
              <a:buChar char="●"/>
            </a:pPr>
            <a:r>
              <a:rPr b="1" lang="en-US" sz="1400">
                <a:latin typeface="Arial"/>
                <a:ea typeface="Arial"/>
                <a:cs typeface="Arial"/>
                <a:sym typeface="Arial"/>
              </a:rPr>
              <a:t>Power Cable is a compact cable-training device. Instead of weight plates, an electric motor creates the resistance.</a:t>
            </a:r>
            <a:endParaRPr b="1" sz="1400">
              <a:latin typeface="Arial"/>
              <a:ea typeface="Arial"/>
              <a:cs typeface="Arial"/>
              <a:sym typeface="Arial"/>
            </a:endParaRPr>
          </a:p>
          <a:p>
            <a:pPr indent="-330200" lvl="0" marL="457200" rtl="0" algn="l">
              <a:lnSpc>
                <a:spcPct val="115000"/>
              </a:lnSpc>
              <a:spcBef>
                <a:spcPts val="0"/>
              </a:spcBef>
              <a:spcAft>
                <a:spcPts val="0"/>
              </a:spcAft>
              <a:buSzPts val="1600"/>
              <a:buFont typeface="Arial"/>
              <a:buChar char="●"/>
            </a:pPr>
            <a:r>
              <a:rPr b="1" lang="en-US" sz="1400">
                <a:latin typeface="Arial"/>
                <a:ea typeface="Arial"/>
                <a:cs typeface="Arial"/>
                <a:sym typeface="Arial"/>
              </a:rPr>
              <a:t>The previous prototype allowed the user to select a digital weight, but the resistance remained fixed during training.</a:t>
            </a:r>
            <a:endParaRPr b="1" sz="1400">
              <a:latin typeface="Arial"/>
              <a:ea typeface="Arial"/>
              <a:cs typeface="Arial"/>
              <a:sym typeface="Arial"/>
            </a:endParaRPr>
          </a:p>
          <a:p>
            <a:pPr indent="-330200" lvl="0" marL="457200" rtl="0" algn="l">
              <a:lnSpc>
                <a:spcPct val="115000"/>
              </a:lnSpc>
              <a:spcBef>
                <a:spcPts val="0"/>
              </a:spcBef>
              <a:spcAft>
                <a:spcPts val="0"/>
              </a:spcAft>
              <a:buSzPts val="1600"/>
              <a:buFont typeface="Arial"/>
              <a:buChar char="●"/>
            </a:pPr>
            <a:r>
              <a:rPr b="1" lang="en-US" sz="1400">
                <a:latin typeface="Arial"/>
                <a:ea typeface="Arial"/>
                <a:cs typeface="Arial"/>
                <a:sym typeface="Arial"/>
              </a:rPr>
              <a:t>Our goal was to make the system more intelligent by measuring the user’s movement and performance.</a:t>
            </a:r>
            <a:endParaRPr b="1" sz="1400">
              <a:latin typeface="Arial"/>
              <a:ea typeface="Arial"/>
              <a:cs typeface="Arial"/>
              <a:sym typeface="Arial"/>
            </a:endParaRPr>
          </a:p>
          <a:p>
            <a:pPr indent="-330200" lvl="0" marL="457200" rtl="0" algn="l">
              <a:lnSpc>
                <a:spcPct val="115000"/>
              </a:lnSpc>
              <a:spcBef>
                <a:spcPts val="0"/>
              </a:spcBef>
              <a:spcAft>
                <a:spcPts val="0"/>
              </a:spcAft>
              <a:buSzPts val="1600"/>
              <a:buFont typeface="Arial"/>
              <a:buChar char="●"/>
            </a:pPr>
            <a:r>
              <a:rPr b="1" lang="en-US" sz="1400">
                <a:latin typeface="Arial"/>
                <a:ea typeface="Arial"/>
                <a:cs typeface="Arial"/>
                <a:sym typeface="Arial"/>
              </a:rPr>
              <a:t>We also developed different interfaces to make the device easier to control. </a:t>
            </a:r>
            <a:endParaRPr b="1" sz="1400">
              <a:latin typeface="Arial"/>
              <a:ea typeface="Arial"/>
              <a:cs typeface="Arial"/>
              <a:sym typeface="Arial"/>
            </a:endParaRPr>
          </a:p>
          <a:p>
            <a:pPr indent="-330200" lvl="0" marL="457200" rtl="0" algn="l">
              <a:lnSpc>
                <a:spcPct val="115000"/>
              </a:lnSpc>
              <a:spcBef>
                <a:spcPts val="0"/>
              </a:spcBef>
              <a:spcAft>
                <a:spcPts val="0"/>
              </a:spcAft>
              <a:buSzPts val="1600"/>
              <a:buFont typeface="Arial"/>
              <a:buChar char="●"/>
            </a:pPr>
            <a:r>
              <a:rPr b="1" lang="en-US" sz="1400">
                <a:latin typeface="Arial"/>
                <a:ea typeface="Arial"/>
                <a:cs typeface="Arial"/>
                <a:sym typeface="Arial"/>
              </a:rPr>
              <a:t>Our intended users are people who want flexible strength training at home.</a:t>
            </a:r>
            <a:endParaRPr b="1" sz="1400">
              <a:latin typeface="Arial"/>
              <a:ea typeface="Arial"/>
              <a:cs typeface="Arial"/>
              <a:sym typeface="Arial"/>
            </a:endParaRPr>
          </a:p>
          <a:p>
            <a:pPr indent="0" lvl="0" marL="0" rtl="0" algn="l">
              <a:lnSpc>
                <a:spcPct val="115000"/>
              </a:lnSpc>
              <a:spcBef>
                <a:spcPts val="1200"/>
              </a:spcBef>
              <a:spcAft>
                <a:spcPts val="0"/>
              </a:spcAft>
              <a:buNone/>
            </a:pPr>
            <a:r>
              <a:t/>
            </a:r>
            <a:endParaRPr b="1">
              <a:latin typeface="Arial"/>
              <a:ea typeface="Arial"/>
              <a:cs typeface="Arial"/>
              <a:sym typeface="Arial"/>
            </a:endParaRPr>
          </a:p>
          <a:p>
            <a:pPr indent="0" lvl="0" marL="0" rtl="0" algn="l">
              <a:spcBef>
                <a:spcPts val="0"/>
              </a:spcBef>
              <a:spcAft>
                <a:spcPts val="0"/>
              </a:spcAft>
              <a:buNone/>
            </a:pPr>
            <a:r>
              <a:t/>
            </a:r>
            <a:endParaRPr/>
          </a:p>
        </p:txBody>
      </p:sp>
      <p:sp>
        <p:nvSpPr>
          <p:cNvPr id="508" name="Google Shape;50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h7673221f663b594d_3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17" name="Google Shape;517;h7673221f663b594d_3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317500" lvl="0" marL="457200" rtl="0" algn="l">
              <a:lnSpc>
                <a:spcPct val="115000"/>
              </a:lnSpc>
              <a:spcBef>
                <a:spcPts val="1500"/>
              </a:spcBef>
              <a:spcAft>
                <a:spcPts val="0"/>
              </a:spcAft>
              <a:buSzPts val="1400"/>
              <a:buChar char="●"/>
            </a:pPr>
            <a:r>
              <a:rPr b="1" lang="en-US" sz="1400"/>
              <a:t>Traditional strength-training equipment is often large, heavy, and expensive. </a:t>
            </a:r>
            <a:endParaRPr b="1" sz="1400"/>
          </a:p>
          <a:p>
            <a:pPr indent="-317500" lvl="0" marL="457200" rtl="0" algn="l">
              <a:lnSpc>
                <a:spcPct val="115000"/>
              </a:lnSpc>
              <a:spcBef>
                <a:spcPts val="0"/>
              </a:spcBef>
              <a:spcAft>
                <a:spcPts val="0"/>
              </a:spcAft>
              <a:buSzPts val="1400"/>
              <a:buChar char="●"/>
            </a:pPr>
            <a:r>
              <a:rPr b="1" lang="en-US" sz="1400"/>
              <a:t>Some electronic cable machines cost more than 28,000 SEK</a:t>
            </a:r>
            <a:endParaRPr b="1" sz="1400"/>
          </a:p>
          <a:p>
            <a:pPr indent="-330200" lvl="0" marL="457200" rtl="0" algn="l">
              <a:lnSpc>
                <a:spcPct val="115000"/>
              </a:lnSpc>
              <a:spcBef>
                <a:spcPts val="0"/>
              </a:spcBef>
              <a:spcAft>
                <a:spcPts val="0"/>
              </a:spcAft>
              <a:buSzPts val="1600"/>
              <a:buChar char="●"/>
            </a:pPr>
            <a:r>
              <a:rPr b="1" lang="en-US" sz="1400"/>
              <a:t>Fixed resistance is another problem because the user's performance changes during a workout. </a:t>
            </a:r>
            <a:endParaRPr b="1" sz="1400"/>
          </a:p>
          <a:p>
            <a:pPr indent="-330200" lvl="0" marL="457200" rtl="0" algn="l">
              <a:lnSpc>
                <a:spcPct val="115000"/>
              </a:lnSpc>
              <a:spcBef>
                <a:spcPts val="0"/>
              </a:spcBef>
              <a:spcAft>
                <a:spcPts val="0"/>
              </a:spcAft>
              <a:buSzPts val="1600"/>
              <a:buChar char="●"/>
            </a:pPr>
            <a:r>
              <a:rPr b="1" lang="en-US" sz="1400"/>
              <a:t>A weight that feels correct at the beginning may become too difficult because of fatigue</a:t>
            </a:r>
            <a:endParaRPr b="1" sz="1400"/>
          </a:p>
          <a:p>
            <a:pPr indent="-330200" lvl="0" marL="457200" rtl="0" algn="l">
              <a:lnSpc>
                <a:spcPct val="115000"/>
              </a:lnSpc>
              <a:spcBef>
                <a:spcPts val="0"/>
              </a:spcBef>
              <a:spcAft>
                <a:spcPts val="0"/>
              </a:spcAft>
              <a:buSzPts val="1600"/>
              <a:buChar char="●"/>
            </a:pPr>
            <a:r>
              <a:rPr b="1" lang="en-US" sz="1400"/>
              <a:t>Our solution measures repetition speed and uses it to estimate fatigue. #</a:t>
            </a:r>
            <a:endParaRPr b="1" sz="1400"/>
          </a:p>
          <a:p>
            <a:pPr indent="-330200" lvl="0" marL="457200" rtl="0" algn="l">
              <a:lnSpc>
                <a:spcPct val="115000"/>
              </a:lnSpc>
              <a:spcBef>
                <a:spcPts val="0"/>
              </a:spcBef>
              <a:spcAft>
                <a:spcPts val="0"/>
              </a:spcAft>
              <a:buSzPts val="1600"/>
              <a:buChar char="●"/>
            </a:pPr>
            <a:r>
              <a:rPr b="1" lang="en-US" sz="1400"/>
              <a:t>This information can help the system recommend a more suitable resistance for the following set</a:t>
            </a:r>
            <a:endParaRPr b="1" sz="1400"/>
          </a:p>
        </p:txBody>
      </p:sp>
      <p:sp>
        <p:nvSpPr>
          <p:cNvPr id="518" name="Google Shape;518;h7673221f663b594d_3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h7673221f663b594d_3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24" name="Google Shape;524;h7673221f663b594d_3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330200" lvl="0" marL="457200" rtl="0" algn="l">
              <a:spcBef>
                <a:spcPts val="0"/>
              </a:spcBef>
              <a:spcAft>
                <a:spcPts val="0"/>
              </a:spcAft>
              <a:buSzPts val="1600"/>
              <a:buChar char="●"/>
            </a:pPr>
            <a:r>
              <a:rPr b="1" lang="en-US" sz="1400"/>
              <a:t>The user selects the workout setting through an interface</a:t>
            </a:r>
            <a:endParaRPr b="1" sz="1400"/>
          </a:p>
          <a:p>
            <a:pPr indent="-330200" lvl="0" marL="457200" rtl="0" algn="l">
              <a:spcBef>
                <a:spcPts val="0"/>
              </a:spcBef>
              <a:spcAft>
                <a:spcPts val="0"/>
              </a:spcAft>
              <a:buSzPts val="1600"/>
              <a:buChar char="●"/>
            </a:pPr>
            <a:r>
              <a:rPr b="1" lang="en-US" sz="1400"/>
              <a:t>The ESP32 receives these settings and sends commands to the ODrive motor controller. </a:t>
            </a:r>
            <a:endParaRPr b="1" sz="1400"/>
          </a:p>
          <a:p>
            <a:pPr indent="-330200" lvl="0" marL="457200" rtl="0" algn="l">
              <a:spcBef>
                <a:spcPts val="0"/>
              </a:spcBef>
              <a:spcAft>
                <a:spcPts val="0"/>
              </a:spcAft>
              <a:buSzPts val="1600"/>
              <a:buChar char="●"/>
            </a:pPr>
            <a:r>
              <a:rPr b="1" lang="en-US" sz="1400"/>
              <a:t>The selected weight is converted into a motor-current limit</a:t>
            </a:r>
            <a:endParaRPr b="1" sz="1400"/>
          </a:p>
          <a:p>
            <a:pPr indent="-330200" lvl="0" marL="457200" rtl="0" algn="l">
              <a:spcBef>
                <a:spcPts val="0"/>
              </a:spcBef>
              <a:spcAft>
                <a:spcPts val="0"/>
              </a:spcAft>
              <a:buSzPts val="1600"/>
              <a:buChar char="●"/>
            </a:pPr>
            <a:r>
              <a:rPr b="1" lang="en-US" sz="1400"/>
              <a:t>The motor creates resistance while the encoder measures its position and </a:t>
            </a:r>
            <a:r>
              <a:rPr b="1" lang="en-US" sz="1400"/>
              <a:t>velocity</a:t>
            </a:r>
            <a:r>
              <a:rPr b="1" lang="en-US" sz="1400"/>
              <a:t>. </a:t>
            </a:r>
            <a:endParaRPr b="1" sz="1400"/>
          </a:p>
          <a:p>
            <a:pPr indent="-330200" lvl="0" marL="457200" rtl="0" algn="l">
              <a:spcBef>
                <a:spcPts val="0"/>
              </a:spcBef>
              <a:spcAft>
                <a:spcPts val="0"/>
              </a:spcAft>
              <a:buSzPts val="1600"/>
              <a:buChar char="●"/>
            </a:pPr>
            <a:r>
              <a:rPr b="1" lang="en-US" sz="1400"/>
              <a:t>The cable mechanism transfers this resistance to the user</a:t>
            </a:r>
            <a:endParaRPr b="1" sz="1400"/>
          </a:p>
          <a:p>
            <a:pPr indent="-330200" lvl="0" marL="457200" rtl="0" algn="l">
              <a:spcBef>
                <a:spcPts val="0"/>
              </a:spcBef>
              <a:spcAft>
                <a:spcPts val="0"/>
              </a:spcAft>
              <a:buSzPts val="1600"/>
              <a:buChar char="●"/>
            </a:pPr>
            <a:r>
              <a:rPr b="1" lang="en-US" sz="1400"/>
              <a:t>The measurements return to the interface, where the user can see repetitions, cable speed, set time, and workout progress</a:t>
            </a:r>
            <a:endParaRPr b="1" sz="1400"/>
          </a:p>
        </p:txBody>
      </p:sp>
      <p:sp>
        <p:nvSpPr>
          <p:cNvPr id="525" name="Google Shape;525;h7673221f663b594d_3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h7673221f663b594d_3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49" name="Google Shape;549;h7673221f663b594d_3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444500" lvl="0" marL="457200" rtl="0" algn="l">
              <a:lnSpc>
                <a:spcPct val="115000"/>
              </a:lnSpc>
              <a:spcBef>
                <a:spcPts val="1200"/>
              </a:spcBef>
              <a:spcAft>
                <a:spcPts val="0"/>
              </a:spcAft>
              <a:buSzPts val="3400"/>
              <a:buChar char="●"/>
            </a:pPr>
            <a:r>
              <a:rPr b="1" lang="en-US" sz="3200"/>
              <a:t>The first interaction option uses a computer connected through USB.</a:t>
            </a:r>
            <a:endParaRPr b="1" sz="3200"/>
          </a:p>
          <a:p>
            <a:pPr indent="-444500" lvl="0" marL="457200" rtl="0" algn="l">
              <a:lnSpc>
                <a:spcPct val="115000"/>
              </a:lnSpc>
              <a:spcBef>
                <a:spcPts val="0"/>
              </a:spcBef>
              <a:spcAft>
                <a:spcPts val="0"/>
              </a:spcAft>
              <a:buSzPts val="3400"/>
              <a:buChar char="●"/>
            </a:pPr>
            <a:r>
              <a:rPr b="1" lang="en-US" sz="3200"/>
              <a:t>The user opens the browser interface from GitHub and selects fixed or adaptive resistance.</a:t>
            </a:r>
            <a:endParaRPr b="1" sz="3200"/>
          </a:p>
          <a:p>
            <a:pPr indent="-444500" lvl="0" marL="457200" rtl="0" algn="l">
              <a:lnSpc>
                <a:spcPct val="115000"/>
              </a:lnSpc>
              <a:spcBef>
                <a:spcPts val="0"/>
              </a:spcBef>
              <a:spcAft>
                <a:spcPts val="0"/>
              </a:spcAft>
              <a:buSzPts val="3400"/>
              <a:buChar char="●"/>
            </a:pPr>
            <a:r>
              <a:rPr b="1" lang="en-US" sz="3200"/>
              <a:t>The interface also shows live information such as force and repetition speed.</a:t>
            </a:r>
            <a:endParaRPr b="1" sz="3200"/>
          </a:p>
          <a:p>
            <a:pPr indent="0" lvl="0" marL="0" rtl="0" algn="l">
              <a:spcBef>
                <a:spcPts val="1200"/>
              </a:spcBef>
              <a:spcAft>
                <a:spcPts val="0"/>
              </a:spcAft>
              <a:buNone/>
            </a:pPr>
            <a:r>
              <a:t/>
            </a:r>
            <a:endParaRPr sz="100"/>
          </a:p>
        </p:txBody>
      </p:sp>
      <p:sp>
        <p:nvSpPr>
          <p:cNvPr id="550" name="Google Shape;550;h7673221f663b594d_3_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h3835a3c13093688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58" name="Google Shape;558;h3835a3c13093688b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438150" lvl="0" marL="457200" rtl="0" algn="l">
              <a:lnSpc>
                <a:spcPct val="115000"/>
              </a:lnSpc>
              <a:spcBef>
                <a:spcPts val="1200"/>
              </a:spcBef>
              <a:spcAft>
                <a:spcPts val="0"/>
              </a:spcAft>
              <a:buSzPts val="3300"/>
              <a:buChar char="●"/>
            </a:pPr>
            <a:r>
              <a:rPr b="1" lang="en-US" sz="3100"/>
              <a:t>We also developed two wireless options.</a:t>
            </a:r>
            <a:endParaRPr b="1" sz="3100"/>
          </a:p>
          <a:p>
            <a:pPr indent="-438150" lvl="0" marL="457200" rtl="0" algn="l">
              <a:lnSpc>
                <a:spcPct val="115000"/>
              </a:lnSpc>
              <a:spcBef>
                <a:spcPts val="0"/>
              </a:spcBef>
              <a:spcAft>
                <a:spcPts val="0"/>
              </a:spcAft>
              <a:buSzPts val="3300"/>
              <a:buChar char="●"/>
            </a:pPr>
            <a:r>
              <a:rPr b="1" lang="en-US" sz="3100"/>
              <a:t>On the left side the iOS application communicates with the ESP32 through Bluetooth and provides workout control and sound feedback.</a:t>
            </a:r>
            <a:endParaRPr b="1" sz="3100"/>
          </a:p>
          <a:p>
            <a:pPr indent="-438150" lvl="0" marL="457200" rtl="0" algn="l">
              <a:lnSpc>
                <a:spcPct val="115000"/>
              </a:lnSpc>
              <a:spcBef>
                <a:spcPts val="0"/>
              </a:spcBef>
              <a:spcAft>
                <a:spcPts val="0"/>
              </a:spcAft>
              <a:buSzPts val="3300"/>
              <a:buChar char="●"/>
            </a:pPr>
            <a:r>
              <a:rPr b="1" lang="en-US" sz="3100"/>
              <a:t>On the right side the Wi-Fi dashboard runs directly on the ESP32 and does not require an installed application.</a:t>
            </a:r>
            <a:endParaRPr b="1" sz="3100"/>
          </a:p>
          <a:p>
            <a:pPr indent="-438150" lvl="0" marL="457200" rtl="0" algn="l">
              <a:lnSpc>
                <a:spcPct val="115000"/>
              </a:lnSpc>
              <a:spcBef>
                <a:spcPts val="0"/>
              </a:spcBef>
              <a:spcAft>
                <a:spcPts val="0"/>
              </a:spcAft>
              <a:buSzPts val="3300"/>
              <a:buChar char="●"/>
            </a:pPr>
            <a:r>
              <a:rPr b="1" lang="en-US" sz="3100"/>
              <a:t>Both interfaces display repetitions, set progress, cable speed, set time, and the recommended weight for the next set.</a:t>
            </a:r>
            <a:endParaRPr sz="2400"/>
          </a:p>
        </p:txBody>
      </p:sp>
      <p:sp>
        <p:nvSpPr>
          <p:cNvPr id="559" name="Google Shape;559;h3835a3c13093688b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h7673221f663b594d_3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67" name="Google Shape;567;h7673221f663b594d_3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317500" lvl="0" marL="457200" rtl="0" algn="l">
              <a:lnSpc>
                <a:spcPct val="115000"/>
              </a:lnSpc>
              <a:spcBef>
                <a:spcPts val="0"/>
              </a:spcBef>
              <a:spcAft>
                <a:spcPts val="0"/>
              </a:spcAft>
              <a:buSzPts val="1400"/>
              <a:buFont typeface="Arial"/>
              <a:buChar char="●"/>
            </a:pPr>
            <a:r>
              <a:rPr b="1" lang="en-US" sz="1400">
                <a:latin typeface="Arial"/>
                <a:ea typeface="Arial"/>
                <a:cs typeface="Arial"/>
                <a:sym typeface="Arial"/>
              </a:rPr>
              <a:t>Our result is a working prototype that combines the mechanical system, motor control, and user interfaces</a:t>
            </a:r>
            <a:endParaRPr b="1" sz="1400">
              <a:latin typeface="Arial"/>
              <a:ea typeface="Arial"/>
              <a:cs typeface="Arial"/>
              <a:sym typeface="Arial"/>
            </a:endParaRPr>
          </a:p>
          <a:p>
            <a:pPr indent="-317500" lvl="0" marL="457200" rtl="0" algn="l">
              <a:lnSpc>
                <a:spcPct val="115000"/>
              </a:lnSpc>
              <a:spcBef>
                <a:spcPts val="0"/>
              </a:spcBef>
              <a:spcAft>
                <a:spcPts val="0"/>
              </a:spcAft>
              <a:buSzPts val="1400"/>
              <a:buFont typeface="Arial"/>
              <a:buChar char="●"/>
            </a:pPr>
            <a:r>
              <a:rPr b="1" lang="en-US" sz="1400">
                <a:latin typeface="Arial"/>
                <a:ea typeface="Arial"/>
                <a:cs typeface="Arial"/>
                <a:sym typeface="Arial"/>
              </a:rPr>
              <a:t>We added an enclosure around the electronics to improve safety and appearance</a:t>
            </a:r>
            <a:endParaRPr b="1" sz="1400">
              <a:latin typeface="Arial"/>
              <a:ea typeface="Arial"/>
              <a:cs typeface="Arial"/>
              <a:sym typeface="Arial"/>
            </a:endParaRPr>
          </a:p>
          <a:p>
            <a:pPr indent="-317500" lvl="0" marL="457200" rtl="0" algn="l">
              <a:lnSpc>
                <a:spcPct val="115000"/>
              </a:lnSpc>
              <a:spcBef>
                <a:spcPts val="0"/>
              </a:spcBef>
              <a:spcAft>
                <a:spcPts val="0"/>
              </a:spcAft>
              <a:buSzPts val="1400"/>
              <a:buFont typeface="Arial"/>
              <a:buChar char="●"/>
            </a:pPr>
            <a:r>
              <a:rPr b="1" lang="en-US" sz="1400">
                <a:latin typeface="Arial"/>
                <a:ea typeface="Arial"/>
                <a:cs typeface="Arial"/>
                <a:sym typeface="Arial"/>
              </a:rPr>
              <a:t>The user can control the device through the computer interface, iOS application, or WiFi dashboard</a:t>
            </a:r>
            <a:endParaRPr b="1" sz="1400">
              <a:latin typeface="Arial"/>
              <a:ea typeface="Arial"/>
              <a:cs typeface="Arial"/>
              <a:sym typeface="Arial"/>
            </a:endParaRPr>
          </a:p>
          <a:p>
            <a:pPr indent="-317500" lvl="0" marL="457200" rtl="0" algn="l">
              <a:lnSpc>
                <a:spcPct val="115000"/>
              </a:lnSpc>
              <a:spcBef>
                <a:spcPts val="0"/>
              </a:spcBef>
              <a:spcAft>
                <a:spcPts val="0"/>
              </a:spcAft>
              <a:buSzPts val="1400"/>
              <a:buFont typeface="Arial"/>
              <a:buChar char="●"/>
            </a:pPr>
            <a:r>
              <a:rPr b="1" lang="en-US" sz="1400">
                <a:latin typeface="Arial"/>
                <a:ea typeface="Arial"/>
                <a:cs typeface="Arial"/>
                <a:sym typeface="Arial"/>
              </a:rPr>
              <a:t>The system measures cable movement, counts repetitions, and displays live speed. </a:t>
            </a:r>
            <a:endParaRPr b="1" sz="1400">
              <a:latin typeface="Arial"/>
              <a:ea typeface="Arial"/>
              <a:cs typeface="Arial"/>
              <a:sym typeface="Arial"/>
            </a:endParaRPr>
          </a:p>
          <a:p>
            <a:pPr indent="-317500" lvl="0" marL="457200" rtl="0" algn="l">
              <a:lnSpc>
                <a:spcPct val="115000"/>
              </a:lnSpc>
              <a:spcBef>
                <a:spcPts val="0"/>
              </a:spcBef>
              <a:spcAft>
                <a:spcPts val="0"/>
              </a:spcAft>
              <a:buSzPts val="1400"/>
              <a:buFont typeface="Arial"/>
              <a:buChar char="●"/>
            </a:pPr>
            <a:r>
              <a:rPr b="1" lang="en-US" sz="1400">
                <a:latin typeface="Arial"/>
                <a:ea typeface="Arial"/>
                <a:cs typeface="Arial"/>
                <a:sym typeface="Arial"/>
              </a:rPr>
              <a:t>During validation, the speed measurement showed an average error of </a:t>
            </a:r>
            <a:r>
              <a:rPr b="1" lang="en-US" sz="1400">
                <a:latin typeface="Arial"/>
                <a:ea typeface="Arial"/>
                <a:cs typeface="Arial"/>
                <a:sym typeface="Arial"/>
              </a:rPr>
              <a:t>approximately</a:t>
            </a:r>
            <a:r>
              <a:rPr b="1" lang="en-US" sz="1400">
                <a:latin typeface="Arial"/>
                <a:ea typeface="Arial"/>
                <a:cs typeface="Arial"/>
                <a:sym typeface="Arial"/>
              </a:rPr>
              <a:t> eight percent</a:t>
            </a:r>
            <a:endParaRPr b="1" sz="1400">
              <a:latin typeface="Arial"/>
              <a:ea typeface="Arial"/>
              <a:cs typeface="Arial"/>
              <a:sym typeface="Arial"/>
            </a:endParaRPr>
          </a:p>
        </p:txBody>
      </p:sp>
      <p:sp>
        <p:nvSpPr>
          <p:cNvPr id="568" name="Google Shape;568;h7673221f663b594d_3_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h7673221f663b594d_3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79" name="Google Shape;579;h7673221f663b594d_3_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438150" lvl="0" marL="457200" rtl="0" algn="l">
              <a:spcBef>
                <a:spcPts val="0"/>
              </a:spcBef>
              <a:spcAft>
                <a:spcPts val="0"/>
              </a:spcAft>
              <a:buSzPts val="3300"/>
              <a:buChar char="●"/>
            </a:pPr>
            <a:r>
              <a:rPr b="1" lang="en-US" sz="3100"/>
              <a:t>We divided the project into hardware and software tasks</a:t>
            </a:r>
            <a:endParaRPr b="1" sz="3100"/>
          </a:p>
          <a:p>
            <a:pPr indent="-438150" lvl="0" marL="457200" rtl="0" algn="l">
              <a:spcBef>
                <a:spcPts val="0"/>
              </a:spcBef>
              <a:spcAft>
                <a:spcPts val="0"/>
              </a:spcAft>
              <a:buSzPts val="3300"/>
              <a:buChar char="●"/>
            </a:pPr>
            <a:r>
              <a:rPr b="1" lang="en-US" sz="3100"/>
              <a:t>For the hardware, we developed an enclosure.</a:t>
            </a:r>
            <a:endParaRPr b="1" sz="3100"/>
          </a:p>
          <a:p>
            <a:pPr indent="-438150" lvl="0" marL="457200" rtl="0" algn="l">
              <a:spcBef>
                <a:spcPts val="0"/>
              </a:spcBef>
              <a:spcAft>
                <a:spcPts val="0"/>
              </a:spcAft>
              <a:buSzPts val="3300"/>
              <a:buChar char="●"/>
            </a:pPr>
            <a:r>
              <a:rPr b="1" lang="en-US" sz="3100"/>
              <a:t>For the software, we created the browser interface, ESP32 program, iOS application, and WiFi dashboard</a:t>
            </a:r>
            <a:endParaRPr b="1" sz="3100"/>
          </a:p>
          <a:p>
            <a:pPr indent="-438150" lvl="0" marL="457200" rtl="0" algn="l">
              <a:spcBef>
                <a:spcPts val="0"/>
              </a:spcBef>
              <a:spcAft>
                <a:spcPts val="0"/>
              </a:spcAft>
              <a:buSzPts val="3300"/>
              <a:buChar char="●"/>
            </a:pPr>
            <a:r>
              <a:rPr b="1" lang="en-US" sz="3100"/>
              <a:t>We tested the parts separately before </a:t>
            </a:r>
            <a:r>
              <a:rPr b="1" lang="en-US" sz="3100"/>
              <a:t>integrating</a:t>
            </a:r>
            <a:r>
              <a:rPr b="1" lang="en-US" sz="3100"/>
              <a:t> the complete system</a:t>
            </a:r>
            <a:endParaRPr b="1" sz="3100"/>
          </a:p>
          <a:p>
            <a:pPr indent="-438150" lvl="0" marL="457200" rtl="0" algn="l">
              <a:spcBef>
                <a:spcPts val="0"/>
              </a:spcBef>
              <a:spcAft>
                <a:spcPts val="0"/>
              </a:spcAft>
              <a:buSzPts val="3300"/>
              <a:buChar char="●"/>
            </a:pPr>
            <a:r>
              <a:rPr b="1" lang="en-US" sz="3100"/>
              <a:t>The task division and regular testing worked well. </a:t>
            </a:r>
            <a:endParaRPr b="1" sz="3100"/>
          </a:p>
          <a:p>
            <a:pPr indent="-438150" lvl="0" marL="457200" rtl="0" algn="l">
              <a:spcBef>
                <a:spcPts val="0"/>
              </a:spcBef>
              <a:spcAft>
                <a:spcPts val="0"/>
              </a:spcAft>
              <a:buSzPts val="3300"/>
              <a:buChar char="●"/>
            </a:pPr>
            <a:r>
              <a:rPr b="1" lang="en-US" sz="3100"/>
              <a:t>Next time, we would begin full-system testing earlier, improve the cable anchoring, and evaluate the adaptive resistance with more users.</a:t>
            </a:r>
            <a:endParaRPr b="1" sz="3100"/>
          </a:p>
        </p:txBody>
      </p:sp>
      <p:sp>
        <p:nvSpPr>
          <p:cNvPr id="580" name="Google Shape;580;h7673221f663b594d_3_3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h7673221f663b594d_3_4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8" name="Google Shape;588;h7673221f663b594d_3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0.png"/><Relationship Id="rId4" Type="http://schemas.openxmlformats.org/officeDocument/2006/relationships/image" Target="../media/image3.png"/><Relationship Id="rId9" Type="http://schemas.openxmlformats.org/officeDocument/2006/relationships/image" Target="../media/image5.jpg"/><Relationship Id="rId5" Type="http://schemas.openxmlformats.org/officeDocument/2006/relationships/image" Target="../media/image9.jpg"/><Relationship Id="rId6" Type="http://schemas.openxmlformats.org/officeDocument/2006/relationships/image" Target="../media/image20.jpg"/><Relationship Id="rId7" Type="http://schemas.openxmlformats.org/officeDocument/2006/relationships/image" Target="../media/image6.jpg"/><Relationship Id="rId8"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16.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jp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image" Target="../media/image8.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9.png"/><Relationship Id="rId4" Type="http://schemas.openxmlformats.org/officeDocument/2006/relationships/image" Target="../media/image16.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w to use template">
  <p:cSld name="How to use template">
    <p:spTree>
      <p:nvGrpSpPr>
        <p:cNvPr id="16" name="Shape 16"/>
        <p:cNvGrpSpPr/>
        <p:nvPr/>
      </p:nvGrpSpPr>
      <p:grpSpPr>
        <a:xfrm>
          <a:off x="0" y="0"/>
          <a:ext cx="0" cy="0"/>
          <a:chOff x="0" y="0"/>
          <a:chExt cx="0" cy="0"/>
        </a:xfrm>
      </p:grpSpPr>
      <p:grpSp>
        <p:nvGrpSpPr>
          <p:cNvPr id="17" name="Google Shape;17;p2"/>
          <p:cNvGrpSpPr/>
          <p:nvPr/>
        </p:nvGrpSpPr>
        <p:grpSpPr>
          <a:xfrm>
            <a:off x="2347236" y="2028884"/>
            <a:ext cx="1806522" cy="3150398"/>
            <a:chOff x="3971925" y="-1798194"/>
            <a:chExt cx="6248400" cy="10896600"/>
          </a:xfrm>
        </p:grpSpPr>
        <p:pic>
          <p:nvPicPr>
            <p:cNvPr descr="En bild som visar text, skärmbild, programvara, diagram&#10;&#10;Automatiskt genererad beskrivning" id="18" name="Google Shape;18;p2"/>
            <p:cNvPicPr preferRelativeResize="0"/>
            <p:nvPr/>
          </p:nvPicPr>
          <p:blipFill rotWithShape="1">
            <a:blip r:embed="rId2">
              <a:alphaModFix/>
            </a:blip>
            <a:srcRect b="0" l="0" r="0" t="0"/>
            <a:stretch/>
          </p:blipFill>
          <p:spPr>
            <a:xfrm>
              <a:off x="3971925" y="3650106"/>
              <a:ext cx="6248400" cy="5448300"/>
            </a:xfrm>
            <a:prstGeom prst="rect">
              <a:avLst/>
            </a:prstGeom>
            <a:noFill/>
            <a:ln>
              <a:noFill/>
            </a:ln>
          </p:spPr>
        </p:pic>
        <p:pic>
          <p:nvPicPr>
            <p:cNvPr descr="En bild som visar text, skärmbild, programvara, Datorikon&#10;&#10;Automatiskt genererad beskrivning" id="19" name="Google Shape;19;p2"/>
            <p:cNvPicPr preferRelativeResize="0"/>
            <p:nvPr/>
          </p:nvPicPr>
          <p:blipFill rotWithShape="1">
            <a:blip r:embed="rId3">
              <a:alphaModFix/>
            </a:blip>
            <a:srcRect b="0" l="0" r="0" t="0"/>
            <a:stretch/>
          </p:blipFill>
          <p:spPr>
            <a:xfrm>
              <a:off x="3971925" y="-1798194"/>
              <a:ext cx="6248400" cy="5448300"/>
            </a:xfrm>
            <a:prstGeom prst="rect">
              <a:avLst/>
            </a:prstGeom>
            <a:noFill/>
            <a:ln>
              <a:noFill/>
            </a:ln>
          </p:spPr>
        </p:pic>
      </p:grpSp>
      <p:sp>
        <p:nvSpPr>
          <p:cNvPr id="20" name="Google Shape;20;p2"/>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3" name="Google Shape;23;p2"/>
          <p:cNvSpPr txBox="1"/>
          <p:nvPr/>
        </p:nvSpPr>
        <p:spPr>
          <a:xfrm>
            <a:off x="600076" y="1046036"/>
            <a:ext cx="10991850" cy="79625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3600" u="none" cap="none" strike="noStrike">
                <a:solidFill>
                  <a:schemeClr val="dk2"/>
                </a:solidFill>
                <a:latin typeface="Figtree"/>
                <a:ea typeface="Figtree"/>
                <a:cs typeface="Figtree"/>
                <a:sym typeface="Figtree"/>
              </a:rPr>
              <a:t>How to use this template</a:t>
            </a:r>
            <a:endParaRPr/>
          </a:p>
        </p:txBody>
      </p:sp>
      <p:sp>
        <p:nvSpPr>
          <p:cNvPr id="24" name="Google Shape;24;p2"/>
          <p:cNvSpPr txBox="1"/>
          <p:nvPr/>
        </p:nvSpPr>
        <p:spPr>
          <a:xfrm>
            <a:off x="716536" y="2472816"/>
            <a:ext cx="1469735" cy="723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000">
                <a:solidFill>
                  <a:schemeClr val="dk2"/>
                </a:solidFill>
                <a:latin typeface="Figtree"/>
                <a:ea typeface="Figtree"/>
                <a:cs typeface="Figtree"/>
                <a:sym typeface="Figtree"/>
              </a:rPr>
              <a:t>Slide templates</a:t>
            </a:r>
            <a:endParaRPr/>
          </a:p>
          <a:p>
            <a:pPr indent="0" lvl="0" marL="0" marR="0" rtl="0" algn="l">
              <a:spcBef>
                <a:spcPts val="600"/>
              </a:spcBef>
              <a:spcAft>
                <a:spcPts val="0"/>
              </a:spcAft>
              <a:buNone/>
            </a:pPr>
            <a:r>
              <a:rPr lang="en-US" sz="800">
                <a:solidFill>
                  <a:schemeClr val="dk1"/>
                </a:solidFill>
                <a:latin typeface="Figtree"/>
                <a:ea typeface="Figtree"/>
                <a:cs typeface="Figtree"/>
                <a:sym typeface="Figtree"/>
              </a:rPr>
              <a:t>Click on </a:t>
            </a:r>
            <a:r>
              <a:rPr i="1" lang="en-US" sz="800">
                <a:solidFill>
                  <a:schemeClr val="dk1"/>
                </a:solidFill>
                <a:latin typeface="Figtree"/>
                <a:ea typeface="Figtree"/>
                <a:cs typeface="Figtree"/>
                <a:sym typeface="Figtree"/>
              </a:rPr>
              <a:t>New slide</a:t>
            </a:r>
            <a:r>
              <a:rPr lang="en-US" sz="800">
                <a:solidFill>
                  <a:schemeClr val="dk1"/>
                </a:solidFill>
                <a:latin typeface="Figtree"/>
                <a:ea typeface="Figtree"/>
                <a:cs typeface="Figtree"/>
                <a:sym typeface="Figtree"/>
              </a:rPr>
              <a:t> to see the templates various template slide. Choose one to suite </a:t>
            </a:r>
            <a:br>
              <a:rPr lang="en-US" sz="800">
                <a:solidFill>
                  <a:schemeClr val="dk1"/>
                </a:solidFill>
                <a:latin typeface="Figtree"/>
                <a:ea typeface="Figtree"/>
                <a:cs typeface="Figtree"/>
                <a:sym typeface="Figtree"/>
              </a:rPr>
            </a:br>
            <a:r>
              <a:rPr lang="en-US" sz="800">
                <a:solidFill>
                  <a:schemeClr val="dk1"/>
                </a:solidFill>
                <a:latin typeface="Figtree"/>
                <a:ea typeface="Figtree"/>
                <a:cs typeface="Figtree"/>
                <a:sym typeface="Figtree"/>
              </a:rPr>
              <a:t>your content.</a:t>
            </a:r>
            <a:endParaRPr/>
          </a:p>
        </p:txBody>
      </p:sp>
      <p:sp>
        <p:nvSpPr>
          <p:cNvPr id="25" name="Google Shape;25;p2"/>
          <p:cNvSpPr txBox="1"/>
          <p:nvPr/>
        </p:nvSpPr>
        <p:spPr>
          <a:xfrm>
            <a:off x="716537" y="3685917"/>
            <a:ext cx="1469735" cy="69249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800">
                <a:solidFill>
                  <a:schemeClr val="dk2"/>
                </a:solidFill>
                <a:latin typeface="Figtree"/>
                <a:ea typeface="Figtree"/>
                <a:cs typeface="Figtree"/>
                <a:sym typeface="Figtree"/>
              </a:rPr>
              <a:t>Layout</a:t>
            </a:r>
            <a:endParaRPr/>
          </a:p>
          <a:p>
            <a:pPr indent="0" lvl="0" marL="0" marR="0" rtl="0" algn="l">
              <a:spcBef>
                <a:spcPts val="600"/>
              </a:spcBef>
              <a:spcAft>
                <a:spcPts val="0"/>
              </a:spcAft>
              <a:buNone/>
            </a:pPr>
            <a:r>
              <a:rPr lang="en-US" sz="800">
                <a:solidFill>
                  <a:schemeClr val="dk1"/>
                </a:solidFill>
                <a:latin typeface="Figtree"/>
                <a:ea typeface="Figtree"/>
                <a:cs typeface="Figtree"/>
                <a:sym typeface="Figtree"/>
              </a:rPr>
              <a:t>If you’d like to change slide template on an existing slide, click on </a:t>
            </a:r>
            <a:r>
              <a:rPr i="1" lang="en-US" sz="800">
                <a:solidFill>
                  <a:schemeClr val="dk1"/>
                </a:solidFill>
                <a:latin typeface="Figtree"/>
                <a:ea typeface="Figtree"/>
                <a:cs typeface="Figtree"/>
                <a:sym typeface="Figtree"/>
              </a:rPr>
              <a:t>Layout</a:t>
            </a:r>
            <a:r>
              <a:rPr lang="en-US" sz="800">
                <a:solidFill>
                  <a:schemeClr val="dk1"/>
                </a:solidFill>
                <a:latin typeface="Figtree"/>
                <a:ea typeface="Figtree"/>
                <a:cs typeface="Figtree"/>
                <a:sym typeface="Figtree"/>
              </a:rPr>
              <a:t> and select a new template. </a:t>
            </a:r>
            <a:endParaRPr/>
          </a:p>
        </p:txBody>
      </p:sp>
      <p:sp>
        <p:nvSpPr>
          <p:cNvPr id="26" name="Google Shape;26;p2"/>
          <p:cNvSpPr txBox="1"/>
          <p:nvPr/>
        </p:nvSpPr>
        <p:spPr>
          <a:xfrm>
            <a:off x="716536" y="4881301"/>
            <a:ext cx="1469735" cy="5693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800">
                <a:solidFill>
                  <a:schemeClr val="dk2"/>
                </a:solidFill>
                <a:latin typeface="Figtree"/>
                <a:ea typeface="Figtree"/>
                <a:cs typeface="Figtree"/>
                <a:sym typeface="Figtree"/>
              </a:rPr>
              <a:t>Reset</a:t>
            </a:r>
            <a:endParaRPr/>
          </a:p>
          <a:p>
            <a:pPr indent="0" lvl="0" marL="0" marR="0" rtl="0" algn="l">
              <a:spcBef>
                <a:spcPts val="600"/>
              </a:spcBef>
              <a:spcAft>
                <a:spcPts val="0"/>
              </a:spcAft>
              <a:buNone/>
            </a:pPr>
            <a:r>
              <a:rPr lang="en-US" sz="800">
                <a:solidFill>
                  <a:schemeClr val="dk1"/>
                </a:solidFill>
                <a:latin typeface="Figtree"/>
                <a:ea typeface="Figtree"/>
                <a:cs typeface="Figtree"/>
                <a:sym typeface="Figtree"/>
              </a:rPr>
              <a:t>Reset a slide to the slide templates design by </a:t>
            </a:r>
            <a:br>
              <a:rPr lang="en-US" sz="800">
                <a:solidFill>
                  <a:schemeClr val="dk1"/>
                </a:solidFill>
                <a:latin typeface="Figtree"/>
                <a:ea typeface="Figtree"/>
                <a:cs typeface="Figtree"/>
                <a:sym typeface="Figtree"/>
              </a:rPr>
            </a:br>
            <a:r>
              <a:rPr lang="en-US" sz="800">
                <a:solidFill>
                  <a:schemeClr val="dk1"/>
                </a:solidFill>
                <a:latin typeface="Figtree"/>
                <a:ea typeface="Figtree"/>
                <a:cs typeface="Figtree"/>
                <a:sym typeface="Figtree"/>
              </a:rPr>
              <a:t>clicking on </a:t>
            </a:r>
            <a:r>
              <a:rPr i="1" lang="en-US" sz="800">
                <a:solidFill>
                  <a:schemeClr val="dk1"/>
                </a:solidFill>
                <a:latin typeface="Figtree"/>
                <a:ea typeface="Figtree"/>
                <a:cs typeface="Figtree"/>
                <a:sym typeface="Figtree"/>
              </a:rPr>
              <a:t>Reset</a:t>
            </a:r>
            <a:r>
              <a:rPr lang="en-US" sz="800">
                <a:solidFill>
                  <a:schemeClr val="dk1"/>
                </a:solidFill>
                <a:latin typeface="Figtree"/>
                <a:ea typeface="Figtree"/>
                <a:cs typeface="Figtree"/>
                <a:sym typeface="Figtree"/>
              </a:rPr>
              <a:t>. </a:t>
            </a:r>
            <a:endParaRPr/>
          </a:p>
        </p:txBody>
      </p:sp>
      <p:sp>
        <p:nvSpPr>
          <p:cNvPr id="27" name="Google Shape;27;p2"/>
          <p:cNvSpPr txBox="1"/>
          <p:nvPr/>
        </p:nvSpPr>
        <p:spPr>
          <a:xfrm>
            <a:off x="4586575" y="2066955"/>
            <a:ext cx="1361445" cy="109260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000">
                <a:solidFill>
                  <a:schemeClr val="dk2"/>
                </a:solidFill>
                <a:latin typeface="Figtree"/>
                <a:ea typeface="Figtree"/>
                <a:cs typeface="Figtree"/>
                <a:sym typeface="Figtree"/>
              </a:rPr>
              <a:t>Colors</a:t>
            </a:r>
            <a:endParaRPr/>
          </a:p>
          <a:p>
            <a:pPr indent="0" lvl="0" marL="0" marR="0" rtl="0" algn="l">
              <a:spcBef>
                <a:spcPts val="600"/>
              </a:spcBef>
              <a:spcAft>
                <a:spcPts val="0"/>
              </a:spcAft>
              <a:buNone/>
            </a:pPr>
            <a:r>
              <a:rPr lang="en-US" sz="800">
                <a:solidFill>
                  <a:schemeClr val="dk1"/>
                </a:solidFill>
                <a:latin typeface="Figtree"/>
                <a:ea typeface="Figtree"/>
                <a:cs typeface="Figtree"/>
                <a:sym typeface="Figtree"/>
              </a:rPr>
              <a:t>This template is programmed with the KTH color palette. The correct colors are the in top row under </a:t>
            </a:r>
            <a:r>
              <a:rPr i="1" lang="en-US" sz="800">
                <a:solidFill>
                  <a:schemeClr val="dk1"/>
                </a:solidFill>
                <a:latin typeface="Figtree"/>
                <a:ea typeface="Figtree"/>
                <a:cs typeface="Figtree"/>
                <a:sym typeface="Figtree"/>
              </a:rPr>
              <a:t>Theme Colors</a:t>
            </a:r>
            <a:r>
              <a:rPr lang="en-US" sz="800">
                <a:solidFill>
                  <a:schemeClr val="dk1"/>
                </a:solidFill>
                <a:latin typeface="Figtree"/>
                <a:ea typeface="Figtree"/>
                <a:cs typeface="Figtree"/>
                <a:sym typeface="Figtree"/>
              </a:rPr>
              <a:t> and all colors under </a:t>
            </a:r>
            <a:r>
              <a:rPr i="1" lang="en-US" sz="800">
                <a:solidFill>
                  <a:schemeClr val="dk1"/>
                </a:solidFill>
                <a:latin typeface="Figtree"/>
                <a:ea typeface="Figtree"/>
                <a:cs typeface="Figtree"/>
                <a:sym typeface="Figtree"/>
              </a:rPr>
              <a:t>Custom Colors</a:t>
            </a:r>
            <a:r>
              <a:rPr lang="en-US" sz="800">
                <a:solidFill>
                  <a:schemeClr val="dk1"/>
                </a:solidFill>
                <a:latin typeface="Figtree"/>
                <a:ea typeface="Figtree"/>
                <a:cs typeface="Figtree"/>
                <a:sym typeface="Figtree"/>
              </a:rPr>
              <a:t>. Only use the correct colors.</a:t>
            </a:r>
            <a:endParaRPr/>
          </a:p>
        </p:txBody>
      </p:sp>
      <p:sp>
        <p:nvSpPr>
          <p:cNvPr id="28" name="Google Shape;28;p2"/>
          <p:cNvSpPr txBox="1"/>
          <p:nvPr/>
        </p:nvSpPr>
        <p:spPr>
          <a:xfrm>
            <a:off x="6938221" y="2303726"/>
            <a:ext cx="598588" cy="3077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500">
                <a:solidFill>
                  <a:srgbClr val="F9535C"/>
                </a:solidFill>
                <a:latin typeface="Figtree"/>
                <a:ea typeface="Figtree"/>
                <a:cs typeface="Figtree"/>
                <a:sym typeface="Figtree"/>
              </a:rPr>
              <a:t>Do </a:t>
            </a:r>
            <a:r>
              <a:rPr lang="en-US" sz="500" u="sng">
                <a:solidFill>
                  <a:srgbClr val="F9535C"/>
                </a:solidFill>
                <a:latin typeface="Figtree"/>
                <a:ea typeface="Figtree"/>
                <a:cs typeface="Figtree"/>
                <a:sym typeface="Figtree"/>
              </a:rPr>
              <a:t>NOT</a:t>
            </a:r>
            <a:r>
              <a:rPr lang="en-US" sz="500">
                <a:solidFill>
                  <a:srgbClr val="F9535C"/>
                </a:solidFill>
                <a:latin typeface="Figtree"/>
                <a:ea typeface="Figtree"/>
                <a:cs typeface="Figtree"/>
                <a:sym typeface="Figtree"/>
              </a:rPr>
              <a:t> use the colors PowerPoint auto generates. They are not on brand. </a:t>
            </a:r>
            <a:endParaRPr/>
          </a:p>
        </p:txBody>
      </p:sp>
      <p:sp>
        <p:nvSpPr>
          <p:cNvPr id="29" name="Google Shape;29;p2"/>
          <p:cNvSpPr txBox="1"/>
          <p:nvPr/>
        </p:nvSpPr>
        <p:spPr>
          <a:xfrm>
            <a:off x="8095279" y="2061013"/>
            <a:ext cx="1588210" cy="218521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000">
                <a:solidFill>
                  <a:schemeClr val="dk2"/>
                </a:solidFill>
                <a:latin typeface="Figtree"/>
                <a:ea typeface="Figtree"/>
                <a:cs typeface="Figtree"/>
                <a:sym typeface="Figtree"/>
              </a:rPr>
              <a:t>Change the image crop</a:t>
            </a:r>
            <a:endParaRPr/>
          </a:p>
          <a:p>
            <a:pPr indent="0" lvl="0" marL="0" marR="0" rtl="0" algn="l">
              <a:spcBef>
                <a:spcPts val="600"/>
              </a:spcBef>
              <a:spcAft>
                <a:spcPts val="0"/>
              </a:spcAft>
              <a:buNone/>
            </a:pPr>
            <a:r>
              <a:rPr lang="en-US" sz="800">
                <a:solidFill>
                  <a:schemeClr val="dk1"/>
                </a:solidFill>
                <a:latin typeface="Figtree"/>
                <a:ea typeface="Figtree"/>
                <a:cs typeface="Figtree"/>
                <a:sym typeface="Figtree"/>
              </a:rPr>
              <a:t>When an image is placed in an image place holder, PowerPoint automatically crops the image to fit the placeholder. To alter what part of the image is shown:</a:t>
            </a:r>
            <a:endParaRPr/>
          </a:p>
          <a:p>
            <a:pPr indent="-120600" lvl="0" marL="120600" marR="0" rtl="0" algn="l">
              <a:spcBef>
                <a:spcPts val="600"/>
              </a:spcBef>
              <a:spcAft>
                <a:spcPts val="0"/>
              </a:spcAft>
              <a:buClr>
                <a:schemeClr val="accent1"/>
              </a:buClr>
              <a:buSzPts val="800"/>
              <a:buFont typeface="Figtree"/>
              <a:buAutoNum type="arabicPeriod"/>
            </a:pPr>
            <a:r>
              <a:rPr lang="en-US" sz="800">
                <a:solidFill>
                  <a:schemeClr val="dk1"/>
                </a:solidFill>
                <a:latin typeface="Figtree"/>
                <a:ea typeface="Figtree"/>
                <a:cs typeface="Figtree"/>
                <a:sym typeface="Figtree"/>
              </a:rPr>
              <a:t>Select the image and go to </a:t>
            </a:r>
            <a:br>
              <a:rPr lang="en-US" sz="800">
                <a:solidFill>
                  <a:schemeClr val="dk1"/>
                </a:solidFill>
                <a:latin typeface="Figtree"/>
                <a:ea typeface="Figtree"/>
                <a:cs typeface="Figtree"/>
                <a:sym typeface="Figtree"/>
              </a:rPr>
            </a:br>
            <a:r>
              <a:rPr lang="en-US" sz="800">
                <a:solidFill>
                  <a:schemeClr val="dk1"/>
                </a:solidFill>
                <a:latin typeface="Figtree"/>
                <a:ea typeface="Figtree"/>
                <a:cs typeface="Figtree"/>
                <a:sym typeface="Figtree"/>
              </a:rPr>
              <a:t>the </a:t>
            </a:r>
            <a:r>
              <a:rPr i="1" lang="en-US" sz="800">
                <a:solidFill>
                  <a:schemeClr val="dk1"/>
                </a:solidFill>
                <a:latin typeface="Figtree"/>
                <a:ea typeface="Figtree"/>
                <a:cs typeface="Figtree"/>
                <a:sym typeface="Figtree"/>
              </a:rPr>
              <a:t>Picture Format </a:t>
            </a:r>
            <a:r>
              <a:rPr lang="en-US" sz="800">
                <a:solidFill>
                  <a:schemeClr val="dk1"/>
                </a:solidFill>
                <a:latin typeface="Figtree"/>
                <a:ea typeface="Figtree"/>
                <a:cs typeface="Figtree"/>
                <a:sym typeface="Figtree"/>
              </a:rPr>
              <a:t>tab. </a:t>
            </a:r>
            <a:endParaRPr/>
          </a:p>
          <a:p>
            <a:pPr indent="-120600" lvl="0" marL="120600" marR="0" rtl="0" algn="l">
              <a:spcBef>
                <a:spcPts val="600"/>
              </a:spcBef>
              <a:spcAft>
                <a:spcPts val="0"/>
              </a:spcAft>
              <a:buClr>
                <a:schemeClr val="accent1"/>
              </a:buClr>
              <a:buSzPts val="800"/>
              <a:buFont typeface="Figtree"/>
              <a:buAutoNum type="arabicPeriod"/>
            </a:pPr>
            <a:r>
              <a:rPr lang="en-US" sz="800">
                <a:solidFill>
                  <a:schemeClr val="dk1"/>
                </a:solidFill>
                <a:latin typeface="Figtree"/>
                <a:ea typeface="Figtree"/>
                <a:cs typeface="Figtree"/>
                <a:sym typeface="Figtree"/>
              </a:rPr>
              <a:t>Choose </a:t>
            </a:r>
            <a:r>
              <a:rPr i="1" lang="en-US" sz="800">
                <a:solidFill>
                  <a:schemeClr val="dk1"/>
                </a:solidFill>
                <a:latin typeface="Figtree"/>
                <a:ea typeface="Figtree"/>
                <a:cs typeface="Figtree"/>
                <a:sym typeface="Figtree"/>
              </a:rPr>
              <a:t>Crop</a:t>
            </a:r>
            <a:r>
              <a:rPr lang="en-US" sz="800">
                <a:solidFill>
                  <a:schemeClr val="dk1"/>
                </a:solidFill>
                <a:latin typeface="Figtree"/>
                <a:ea typeface="Figtree"/>
                <a:cs typeface="Figtree"/>
                <a:sym typeface="Figtree"/>
              </a:rPr>
              <a:t>. Now, the entire image is visible, the cropped out parts are darker. </a:t>
            </a:r>
            <a:endParaRPr/>
          </a:p>
          <a:p>
            <a:pPr indent="-120600" lvl="0" marL="120600" marR="0" rtl="0" algn="l">
              <a:spcBef>
                <a:spcPts val="600"/>
              </a:spcBef>
              <a:spcAft>
                <a:spcPts val="0"/>
              </a:spcAft>
              <a:buClr>
                <a:schemeClr val="accent1"/>
              </a:buClr>
              <a:buSzPts val="800"/>
              <a:buFont typeface="Figtree"/>
              <a:buAutoNum type="arabicPeriod"/>
            </a:pPr>
            <a:r>
              <a:rPr lang="en-US" sz="800">
                <a:solidFill>
                  <a:schemeClr val="dk1"/>
                </a:solidFill>
                <a:latin typeface="Figtree"/>
                <a:ea typeface="Figtree"/>
                <a:cs typeface="Figtree"/>
                <a:sym typeface="Figtree"/>
              </a:rPr>
              <a:t>Now you can move the image around within the placeholder and/or zoom in by pulling the corners of the image. </a:t>
            </a:r>
            <a:endParaRPr/>
          </a:p>
        </p:txBody>
      </p:sp>
      <p:sp>
        <p:nvSpPr>
          <p:cNvPr id="30" name="Google Shape;30;p2"/>
          <p:cNvSpPr txBox="1"/>
          <p:nvPr/>
        </p:nvSpPr>
        <p:spPr>
          <a:xfrm>
            <a:off x="10058400" y="2061013"/>
            <a:ext cx="1486590" cy="169277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000">
                <a:solidFill>
                  <a:schemeClr val="dk2"/>
                </a:solidFill>
                <a:latin typeface="Figtree"/>
                <a:ea typeface="Figtree"/>
                <a:cs typeface="Figtree"/>
                <a:sym typeface="Figtree"/>
              </a:rPr>
              <a:t>Edit image background</a:t>
            </a:r>
            <a:endParaRPr/>
          </a:p>
          <a:p>
            <a:pPr indent="-120600" lvl="0" marL="120600" marR="0" rtl="0" algn="l">
              <a:spcBef>
                <a:spcPts val="600"/>
              </a:spcBef>
              <a:spcAft>
                <a:spcPts val="0"/>
              </a:spcAft>
              <a:buClr>
                <a:schemeClr val="accent1"/>
              </a:buClr>
              <a:buSzPts val="800"/>
              <a:buFont typeface="Figtree"/>
              <a:buAutoNum type="arabicPeriod"/>
            </a:pPr>
            <a:r>
              <a:rPr lang="en-US" sz="800">
                <a:solidFill>
                  <a:schemeClr val="dk1"/>
                </a:solidFill>
                <a:latin typeface="Figtree"/>
                <a:ea typeface="Figtree"/>
                <a:cs typeface="Figtree"/>
                <a:sym typeface="Figtree"/>
              </a:rPr>
              <a:t>Select </a:t>
            </a:r>
            <a:r>
              <a:rPr i="1" lang="en-US" sz="800">
                <a:solidFill>
                  <a:schemeClr val="dk1"/>
                </a:solidFill>
                <a:latin typeface="Figtree"/>
                <a:ea typeface="Figtree"/>
                <a:cs typeface="Figtree"/>
                <a:sym typeface="Figtree"/>
              </a:rPr>
              <a:t>Design</a:t>
            </a:r>
            <a:r>
              <a:rPr lang="en-US" sz="800">
                <a:solidFill>
                  <a:schemeClr val="dk1"/>
                </a:solidFill>
                <a:latin typeface="Figtree"/>
                <a:ea typeface="Figtree"/>
                <a:cs typeface="Figtree"/>
                <a:sym typeface="Figtree"/>
              </a:rPr>
              <a:t> &gt; </a:t>
            </a:r>
            <a:r>
              <a:rPr i="1" lang="en-US" sz="800">
                <a:solidFill>
                  <a:schemeClr val="dk1"/>
                </a:solidFill>
                <a:latin typeface="Figtree"/>
                <a:ea typeface="Figtree"/>
                <a:cs typeface="Figtree"/>
                <a:sym typeface="Figtree"/>
              </a:rPr>
              <a:t>Format Background</a:t>
            </a:r>
            <a:r>
              <a:rPr lang="en-US" sz="800">
                <a:solidFill>
                  <a:schemeClr val="dk1"/>
                </a:solidFill>
                <a:latin typeface="Figtree"/>
                <a:ea typeface="Figtree"/>
                <a:cs typeface="Figtree"/>
                <a:sym typeface="Figtree"/>
              </a:rPr>
              <a:t>.</a:t>
            </a:r>
            <a:endParaRPr/>
          </a:p>
          <a:p>
            <a:pPr indent="-120600" lvl="0" marL="120600" marR="0" rtl="0" algn="l">
              <a:spcBef>
                <a:spcPts val="600"/>
              </a:spcBef>
              <a:spcAft>
                <a:spcPts val="0"/>
              </a:spcAft>
              <a:buClr>
                <a:schemeClr val="accent1"/>
              </a:buClr>
              <a:buSzPts val="800"/>
              <a:buFont typeface="Figtree"/>
              <a:buAutoNum type="arabicPeriod"/>
            </a:pPr>
            <a:r>
              <a:rPr lang="en-US" sz="800">
                <a:solidFill>
                  <a:schemeClr val="dk1"/>
                </a:solidFill>
                <a:latin typeface="Figtree"/>
                <a:ea typeface="Figtree"/>
                <a:cs typeface="Figtree"/>
                <a:sym typeface="Figtree"/>
              </a:rPr>
              <a:t>In the </a:t>
            </a:r>
            <a:r>
              <a:rPr i="1" lang="en-US" sz="800">
                <a:solidFill>
                  <a:schemeClr val="dk1"/>
                </a:solidFill>
                <a:latin typeface="Figtree"/>
                <a:ea typeface="Figtree"/>
                <a:cs typeface="Figtree"/>
                <a:sym typeface="Figtree"/>
              </a:rPr>
              <a:t>Format Background pane</a:t>
            </a:r>
            <a:r>
              <a:rPr lang="en-US" sz="800">
                <a:solidFill>
                  <a:schemeClr val="dk1"/>
                </a:solidFill>
                <a:latin typeface="Figtree"/>
                <a:ea typeface="Figtree"/>
                <a:cs typeface="Figtree"/>
                <a:sym typeface="Figtree"/>
              </a:rPr>
              <a:t>, select </a:t>
            </a:r>
            <a:r>
              <a:rPr i="1" lang="en-US" sz="800">
                <a:solidFill>
                  <a:schemeClr val="dk1"/>
                </a:solidFill>
                <a:latin typeface="Figtree"/>
                <a:ea typeface="Figtree"/>
                <a:cs typeface="Figtree"/>
                <a:sym typeface="Figtree"/>
              </a:rPr>
              <a:t>Picture or texture fill</a:t>
            </a:r>
            <a:r>
              <a:rPr lang="en-US" sz="800">
                <a:solidFill>
                  <a:schemeClr val="dk1"/>
                </a:solidFill>
                <a:latin typeface="Figtree"/>
                <a:ea typeface="Figtree"/>
                <a:cs typeface="Figtree"/>
                <a:sym typeface="Figtree"/>
              </a:rPr>
              <a:t>.</a:t>
            </a:r>
            <a:endParaRPr/>
          </a:p>
          <a:p>
            <a:pPr indent="-120600" lvl="0" marL="120600" marR="0" rtl="0" algn="l">
              <a:spcBef>
                <a:spcPts val="600"/>
              </a:spcBef>
              <a:spcAft>
                <a:spcPts val="0"/>
              </a:spcAft>
              <a:buClr>
                <a:schemeClr val="accent1"/>
              </a:buClr>
              <a:buSzPts val="800"/>
              <a:buFont typeface="Figtree"/>
              <a:buAutoNum type="arabicPeriod"/>
            </a:pPr>
            <a:r>
              <a:rPr lang="en-US" sz="800">
                <a:solidFill>
                  <a:schemeClr val="dk1"/>
                </a:solidFill>
                <a:latin typeface="Figtree"/>
                <a:ea typeface="Figtree"/>
                <a:cs typeface="Figtree"/>
                <a:sym typeface="Figtree"/>
              </a:rPr>
              <a:t>Select </a:t>
            </a:r>
            <a:r>
              <a:rPr i="1" lang="en-US" sz="800">
                <a:solidFill>
                  <a:schemeClr val="dk1"/>
                </a:solidFill>
                <a:latin typeface="Figtree"/>
                <a:ea typeface="Figtree"/>
                <a:cs typeface="Figtree"/>
                <a:sym typeface="Figtree"/>
              </a:rPr>
              <a:t>File</a:t>
            </a:r>
            <a:r>
              <a:rPr lang="en-US" sz="800">
                <a:solidFill>
                  <a:schemeClr val="dk1"/>
                </a:solidFill>
                <a:latin typeface="Figtree"/>
                <a:ea typeface="Figtree"/>
                <a:cs typeface="Figtree"/>
                <a:sym typeface="Figtree"/>
              </a:rPr>
              <a:t>.</a:t>
            </a:r>
            <a:endParaRPr/>
          </a:p>
          <a:p>
            <a:pPr indent="-120600" lvl="0" marL="120600" marR="0" rtl="0" algn="l">
              <a:spcBef>
                <a:spcPts val="600"/>
              </a:spcBef>
              <a:spcAft>
                <a:spcPts val="0"/>
              </a:spcAft>
              <a:buClr>
                <a:schemeClr val="accent1"/>
              </a:buClr>
              <a:buSzPts val="800"/>
              <a:buFont typeface="Figtree"/>
              <a:buAutoNum type="arabicPeriod"/>
            </a:pPr>
            <a:r>
              <a:rPr lang="en-US" sz="800">
                <a:solidFill>
                  <a:schemeClr val="dk1"/>
                </a:solidFill>
                <a:latin typeface="Figtree"/>
                <a:ea typeface="Figtree"/>
                <a:cs typeface="Figtree"/>
                <a:sym typeface="Figtree"/>
              </a:rPr>
              <a:t>In the </a:t>
            </a:r>
            <a:r>
              <a:rPr i="1" lang="en-US" sz="800">
                <a:solidFill>
                  <a:schemeClr val="dk1"/>
                </a:solidFill>
                <a:latin typeface="Figtree"/>
                <a:ea typeface="Figtree"/>
                <a:cs typeface="Figtree"/>
                <a:sym typeface="Figtree"/>
              </a:rPr>
              <a:t>Insert Picture</a:t>
            </a:r>
            <a:r>
              <a:rPr lang="en-US" sz="800">
                <a:solidFill>
                  <a:schemeClr val="dk1"/>
                </a:solidFill>
                <a:latin typeface="Figtree"/>
                <a:ea typeface="Figtree"/>
                <a:cs typeface="Figtree"/>
                <a:sym typeface="Figtree"/>
              </a:rPr>
              <a:t> dialog box, choose the picture </a:t>
            </a:r>
            <a:br>
              <a:rPr lang="en-US" sz="800">
                <a:solidFill>
                  <a:schemeClr val="dk1"/>
                </a:solidFill>
                <a:latin typeface="Figtree"/>
                <a:ea typeface="Figtree"/>
                <a:cs typeface="Figtree"/>
                <a:sym typeface="Figtree"/>
              </a:rPr>
            </a:br>
            <a:r>
              <a:rPr lang="en-US" sz="800">
                <a:solidFill>
                  <a:schemeClr val="dk1"/>
                </a:solidFill>
                <a:latin typeface="Figtree"/>
                <a:ea typeface="Figtree"/>
                <a:cs typeface="Figtree"/>
                <a:sym typeface="Figtree"/>
              </a:rPr>
              <a:t>you want to use and then select </a:t>
            </a:r>
            <a:r>
              <a:rPr i="1" lang="en-US" sz="800">
                <a:solidFill>
                  <a:schemeClr val="dk1"/>
                </a:solidFill>
                <a:latin typeface="Figtree"/>
                <a:ea typeface="Figtree"/>
                <a:cs typeface="Figtree"/>
                <a:sym typeface="Figtree"/>
              </a:rPr>
              <a:t>Insert</a:t>
            </a:r>
            <a:r>
              <a:rPr lang="en-US" sz="800">
                <a:solidFill>
                  <a:schemeClr val="dk1"/>
                </a:solidFill>
                <a:latin typeface="Figtree"/>
                <a:ea typeface="Figtree"/>
                <a:cs typeface="Figtree"/>
                <a:sym typeface="Figtree"/>
              </a:rPr>
              <a:t>.</a:t>
            </a:r>
            <a:endParaRPr/>
          </a:p>
        </p:txBody>
      </p:sp>
      <p:sp>
        <p:nvSpPr>
          <p:cNvPr id="31" name="Google Shape;31;p2"/>
          <p:cNvSpPr txBox="1"/>
          <p:nvPr/>
        </p:nvSpPr>
        <p:spPr>
          <a:xfrm>
            <a:off x="4586575" y="4075714"/>
            <a:ext cx="1295401" cy="15696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000">
                <a:solidFill>
                  <a:schemeClr val="dk2"/>
                </a:solidFill>
                <a:latin typeface="Figtree"/>
                <a:ea typeface="Figtree"/>
                <a:cs typeface="Figtree"/>
                <a:sym typeface="Figtree"/>
              </a:rPr>
              <a:t>Header and footer</a:t>
            </a:r>
            <a:endParaRPr/>
          </a:p>
          <a:p>
            <a:pPr indent="0" lvl="0" marL="0" marR="0" rtl="0" algn="l">
              <a:spcBef>
                <a:spcPts val="600"/>
              </a:spcBef>
              <a:spcAft>
                <a:spcPts val="0"/>
              </a:spcAft>
              <a:buNone/>
            </a:pPr>
            <a:r>
              <a:rPr lang="en-US" sz="800">
                <a:solidFill>
                  <a:schemeClr val="dk1"/>
                </a:solidFill>
                <a:latin typeface="Figtree"/>
                <a:ea typeface="Figtree"/>
                <a:cs typeface="Figtree"/>
                <a:sym typeface="Figtree"/>
              </a:rPr>
              <a:t>Insert header/footer, </a:t>
            </a:r>
            <a:br>
              <a:rPr lang="en-US" sz="800">
                <a:solidFill>
                  <a:schemeClr val="dk1"/>
                </a:solidFill>
                <a:latin typeface="Figtree"/>
                <a:ea typeface="Figtree"/>
                <a:cs typeface="Figtree"/>
                <a:sym typeface="Figtree"/>
              </a:rPr>
            </a:br>
            <a:r>
              <a:rPr lang="en-US" sz="800">
                <a:solidFill>
                  <a:schemeClr val="dk1"/>
                </a:solidFill>
                <a:latin typeface="Figtree"/>
                <a:ea typeface="Figtree"/>
                <a:cs typeface="Figtree"/>
                <a:sym typeface="Figtree"/>
              </a:rPr>
              <a:t>date and page numbers:</a:t>
            </a:r>
            <a:endParaRPr/>
          </a:p>
          <a:p>
            <a:pPr indent="-120600" lvl="0" marL="120600" marR="0" rtl="0" algn="l">
              <a:spcBef>
                <a:spcPts val="600"/>
              </a:spcBef>
              <a:spcAft>
                <a:spcPts val="0"/>
              </a:spcAft>
              <a:buClr>
                <a:schemeClr val="accent1"/>
              </a:buClr>
              <a:buSzPts val="800"/>
              <a:buFont typeface="Figtree"/>
              <a:buAutoNum type="arabicPeriod"/>
            </a:pPr>
            <a:r>
              <a:rPr lang="en-US" sz="800">
                <a:solidFill>
                  <a:schemeClr val="dk1"/>
                </a:solidFill>
                <a:latin typeface="Figtree"/>
                <a:ea typeface="Figtree"/>
                <a:cs typeface="Figtree"/>
                <a:sym typeface="Figtree"/>
              </a:rPr>
              <a:t>On the </a:t>
            </a:r>
            <a:r>
              <a:rPr i="1" lang="en-US" sz="800">
                <a:solidFill>
                  <a:schemeClr val="dk1"/>
                </a:solidFill>
                <a:latin typeface="Figtree"/>
                <a:ea typeface="Figtree"/>
                <a:cs typeface="Figtree"/>
                <a:sym typeface="Figtree"/>
              </a:rPr>
              <a:t>Insert</a:t>
            </a:r>
            <a:r>
              <a:rPr lang="en-US" sz="800">
                <a:solidFill>
                  <a:schemeClr val="dk1"/>
                </a:solidFill>
                <a:latin typeface="Figtree"/>
                <a:ea typeface="Figtree"/>
                <a:cs typeface="Figtree"/>
                <a:sym typeface="Figtree"/>
              </a:rPr>
              <a:t> tab, </a:t>
            </a:r>
            <a:br>
              <a:rPr lang="en-US" sz="800">
                <a:solidFill>
                  <a:schemeClr val="dk1"/>
                </a:solidFill>
                <a:latin typeface="Figtree"/>
                <a:ea typeface="Figtree"/>
                <a:cs typeface="Figtree"/>
                <a:sym typeface="Figtree"/>
              </a:rPr>
            </a:br>
            <a:r>
              <a:rPr lang="en-US" sz="800">
                <a:solidFill>
                  <a:schemeClr val="dk1"/>
                </a:solidFill>
                <a:latin typeface="Figtree"/>
                <a:ea typeface="Figtree"/>
                <a:cs typeface="Figtree"/>
                <a:sym typeface="Figtree"/>
              </a:rPr>
              <a:t>click </a:t>
            </a:r>
            <a:r>
              <a:rPr i="1" lang="en-US" sz="800">
                <a:solidFill>
                  <a:schemeClr val="dk1"/>
                </a:solidFill>
                <a:latin typeface="Figtree"/>
                <a:ea typeface="Figtree"/>
                <a:cs typeface="Figtree"/>
                <a:sym typeface="Figtree"/>
              </a:rPr>
              <a:t>Header &amp; Footer</a:t>
            </a:r>
            <a:r>
              <a:rPr lang="en-US" sz="800">
                <a:solidFill>
                  <a:schemeClr val="dk1"/>
                </a:solidFill>
                <a:latin typeface="Figtree"/>
                <a:ea typeface="Figtree"/>
                <a:cs typeface="Figtree"/>
                <a:sym typeface="Figtree"/>
              </a:rPr>
              <a:t>.</a:t>
            </a:r>
            <a:endParaRPr/>
          </a:p>
          <a:p>
            <a:pPr indent="-120600" lvl="0" marL="120600" marR="0" rtl="0" algn="l">
              <a:spcBef>
                <a:spcPts val="600"/>
              </a:spcBef>
              <a:spcAft>
                <a:spcPts val="0"/>
              </a:spcAft>
              <a:buClr>
                <a:schemeClr val="accent1"/>
              </a:buClr>
              <a:buSzPts val="800"/>
              <a:buFont typeface="Figtree"/>
              <a:buAutoNum type="arabicPeriod"/>
            </a:pPr>
            <a:r>
              <a:rPr lang="en-US" sz="800">
                <a:solidFill>
                  <a:schemeClr val="dk1"/>
                </a:solidFill>
                <a:latin typeface="Figtree"/>
                <a:ea typeface="Figtree"/>
                <a:cs typeface="Figtree"/>
                <a:sym typeface="Figtree"/>
              </a:rPr>
              <a:t>In the Header and Footer box, on the Slide tab, select the information you want.</a:t>
            </a:r>
            <a:endParaRPr/>
          </a:p>
          <a:p>
            <a:pPr indent="-120600" lvl="0" marL="120600" marR="0" rtl="0" algn="l">
              <a:spcBef>
                <a:spcPts val="600"/>
              </a:spcBef>
              <a:spcAft>
                <a:spcPts val="0"/>
              </a:spcAft>
              <a:buClr>
                <a:schemeClr val="accent1"/>
              </a:buClr>
              <a:buSzPts val="800"/>
              <a:buFont typeface="Figtree"/>
              <a:buAutoNum type="arabicPeriod"/>
            </a:pPr>
            <a:r>
              <a:rPr lang="en-US" sz="800">
                <a:solidFill>
                  <a:schemeClr val="dk1"/>
                </a:solidFill>
                <a:latin typeface="Figtree"/>
                <a:ea typeface="Figtree"/>
                <a:cs typeface="Figtree"/>
                <a:sym typeface="Figtree"/>
              </a:rPr>
              <a:t>Click </a:t>
            </a:r>
            <a:r>
              <a:rPr i="1" lang="en-US" sz="800">
                <a:solidFill>
                  <a:schemeClr val="dk1"/>
                </a:solidFill>
                <a:latin typeface="Figtree"/>
                <a:ea typeface="Figtree"/>
                <a:cs typeface="Figtree"/>
                <a:sym typeface="Figtree"/>
              </a:rPr>
              <a:t>Apply to All</a:t>
            </a:r>
            <a:r>
              <a:rPr lang="en-US" sz="800">
                <a:solidFill>
                  <a:schemeClr val="dk1"/>
                </a:solidFill>
                <a:latin typeface="Figtree"/>
                <a:ea typeface="Figtree"/>
                <a:cs typeface="Figtree"/>
                <a:sym typeface="Figtree"/>
              </a:rPr>
              <a:t>.</a:t>
            </a:r>
            <a:endParaRPr/>
          </a:p>
        </p:txBody>
      </p:sp>
      <p:pic>
        <p:nvPicPr>
          <p:cNvPr descr="En bild som visar moln, utomhus, himmel, byggnad&#10;&#10;Automatiskt genererad beskrivning" id="32" name="Google Shape;32;p2"/>
          <p:cNvPicPr preferRelativeResize="0"/>
          <p:nvPr/>
        </p:nvPicPr>
        <p:blipFill rotWithShape="1">
          <a:blip r:embed="rId4">
            <a:alphaModFix/>
          </a:blip>
          <a:srcRect b="0" l="0" r="0" t="0"/>
          <a:stretch/>
        </p:blipFill>
        <p:spPr>
          <a:xfrm>
            <a:off x="8066200" y="4318565"/>
            <a:ext cx="1493231" cy="1981989"/>
          </a:xfrm>
          <a:prstGeom prst="rect">
            <a:avLst/>
          </a:prstGeom>
          <a:noFill/>
          <a:ln>
            <a:noFill/>
          </a:ln>
        </p:spPr>
      </p:pic>
      <p:pic>
        <p:nvPicPr>
          <p:cNvPr descr="Microsoft PowerPoint 365 Overview and Supported File Types" id="33" name="Google Shape;33;p2"/>
          <p:cNvPicPr preferRelativeResize="0"/>
          <p:nvPr/>
        </p:nvPicPr>
        <p:blipFill rotWithShape="1">
          <a:blip r:embed="rId5">
            <a:alphaModFix/>
          </a:blip>
          <a:srcRect b="0" l="0" r="0" t="0"/>
          <a:stretch/>
        </p:blipFill>
        <p:spPr>
          <a:xfrm>
            <a:off x="721644" y="2028884"/>
            <a:ext cx="208587" cy="334335"/>
          </a:xfrm>
          <a:prstGeom prst="rect">
            <a:avLst/>
          </a:prstGeom>
          <a:noFill/>
          <a:ln>
            <a:noFill/>
          </a:ln>
        </p:spPr>
      </p:pic>
      <p:pic>
        <p:nvPicPr>
          <p:cNvPr descr="Microsoft PowerPoint 365 Overview and Supported File Types" id="34" name="Google Shape;34;p2"/>
          <p:cNvPicPr preferRelativeResize="0"/>
          <p:nvPr/>
        </p:nvPicPr>
        <p:blipFill rotWithShape="1">
          <a:blip r:embed="rId6">
            <a:alphaModFix/>
          </a:blip>
          <a:srcRect b="0" l="0" r="0" t="0"/>
          <a:stretch/>
        </p:blipFill>
        <p:spPr>
          <a:xfrm>
            <a:off x="716536" y="3527233"/>
            <a:ext cx="328130" cy="105310"/>
          </a:xfrm>
          <a:prstGeom prst="rect">
            <a:avLst/>
          </a:prstGeom>
          <a:noFill/>
          <a:ln>
            <a:noFill/>
          </a:ln>
        </p:spPr>
      </p:pic>
      <p:pic>
        <p:nvPicPr>
          <p:cNvPr descr="Microsoft PowerPoint 365 Overview and Supported File Types" id="35" name="Google Shape;35;p2"/>
          <p:cNvPicPr preferRelativeResize="0"/>
          <p:nvPr/>
        </p:nvPicPr>
        <p:blipFill rotWithShape="1">
          <a:blip r:embed="rId7">
            <a:alphaModFix/>
          </a:blip>
          <a:srcRect b="0" l="0" r="0" t="0"/>
          <a:stretch/>
        </p:blipFill>
        <p:spPr>
          <a:xfrm>
            <a:off x="716536" y="4708556"/>
            <a:ext cx="256300" cy="105310"/>
          </a:xfrm>
          <a:prstGeom prst="rect">
            <a:avLst/>
          </a:prstGeom>
          <a:noFill/>
          <a:ln>
            <a:noFill/>
          </a:ln>
        </p:spPr>
      </p:pic>
      <p:pic>
        <p:nvPicPr>
          <p:cNvPr descr="Header and Footer on slides - Microsoft PowerPoint 365" id="36" name="Google Shape;36;p2"/>
          <p:cNvPicPr preferRelativeResize="0"/>
          <p:nvPr/>
        </p:nvPicPr>
        <p:blipFill rotWithShape="1">
          <a:blip r:embed="rId8">
            <a:alphaModFix/>
          </a:blip>
          <a:srcRect b="0" l="0" r="0" t="0"/>
          <a:stretch/>
        </p:blipFill>
        <p:spPr>
          <a:xfrm>
            <a:off x="6062042" y="4075714"/>
            <a:ext cx="1493231" cy="1103568"/>
          </a:xfrm>
          <a:prstGeom prst="rect">
            <a:avLst/>
          </a:prstGeom>
          <a:noFill/>
          <a:ln>
            <a:noFill/>
          </a:ln>
        </p:spPr>
      </p:pic>
      <p:grpSp>
        <p:nvGrpSpPr>
          <p:cNvPr id="37" name="Google Shape;37;p2"/>
          <p:cNvGrpSpPr/>
          <p:nvPr/>
        </p:nvGrpSpPr>
        <p:grpSpPr>
          <a:xfrm>
            <a:off x="6063783" y="2031850"/>
            <a:ext cx="800155" cy="1688467"/>
            <a:chOff x="6063783" y="2031850"/>
            <a:chExt cx="1800691" cy="3799773"/>
          </a:xfrm>
        </p:grpSpPr>
        <p:pic>
          <p:nvPicPr>
            <p:cNvPr descr="Hacking PowerPoint to create custom colors | BrightCarbon" id="38" name="Google Shape;38;p2"/>
            <p:cNvPicPr preferRelativeResize="0"/>
            <p:nvPr/>
          </p:nvPicPr>
          <p:blipFill rotWithShape="1">
            <a:blip r:embed="rId9">
              <a:alphaModFix/>
            </a:blip>
            <a:srcRect b="0" l="36641" r="36664" t="0"/>
            <a:stretch/>
          </p:blipFill>
          <p:spPr>
            <a:xfrm>
              <a:off x="6063783" y="2031850"/>
              <a:ext cx="1800691" cy="3799773"/>
            </a:xfrm>
            <a:prstGeom prst="rect">
              <a:avLst/>
            </a:prstGeom>
            <a:noFill/>
            <a:ln>
              <a:noFill/>
            </a:ln>
          </p:spPr>
        </p:pic>
        <p:sp>
          <p:nvSpPr>
            <p:cNvPr id="39" name="Google Shape;39;p2"/>
            <p:cNvSpPr/>
            <p:nvPr/>
          </p:nvSpPr>
          <p:spPr>
            <a:xfrm>
              <a:off x="6095206" y="3789106"/>
              <a:ext cx="1743870" cy="73704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40" name="Google Shape;40;p2"/>
            <p:cNvSpPr/>
            <p:nvPr/>
          </p:nvSpPr>
          <p:spPr>
            <a:xfrm>
              <a:off x="6451542" y="2363219"/>
              <a:ext cx="1378008" cy="983231"/>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41" name="Google Shape;41;p2"/>
            <p:cNvSpPr/>
            <p:nvPr/>
          </p:nvSpPr>
          <p:spPr>
            <a:xfrm>
              <a:off x="6637090" y="2388295"/>
              <a:ext cx="126305" cy="12630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42" name="Google Shape;42;p2"/>
            <p:cNvSpPr/>
            <p:nvPr/>
          </p:nvSpPr>
          <p:spPr>
            <a:xfrm>
              <a:off x="6812622" y="2388295"/>
              <a:ext cx="126305" cy="12630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43" name="Google Shape;43;p2"/>
            <p:cNvSpPr/>
            <p:nvPr/>
          </p:nvSpPr>
          <p:spPr>
            <a:xfrm>
              <a:off x="6988154" y="2388295"/>
              <a:ext cx="126305" cy="126305"/>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44" name="Google Shape;44;p2"/>
            <p:cNvSpPr/>
            <p:nvPr/>
          </p:nvSpPr>
          <p:spPr>
            <a:xfrm>
              <a:off x="7163686" y="2388295"/>
              <a:ext cx="126305" cy="126305"/>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45" name="Google Shape;45;p2"/>
            <p:cNvSpPr/>
            <p:nvPr/>
          </p:nvSpPr>
          <p:spPr>
            <a:xfrm>
              <a:off x="7339218" y="2388295"/>
              <a:ext cx="126305" cy="126305"/>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46" name="Google Shape;46;p2"/>
            <p:cNvSpPr/>
            <p:nvPr/>
          </p:nvSpPr>
          <p:spPr>
            <a:xfrm>
              <a:off x="7514750" y="2388295"/>
              <a:ext cx="126305" cy="126305"/>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47" name="Google Shape;47;p2"/>
            <p:cNvSpPr/>
            <p:nvPr/>
          </p:nvSpPr>
          <p:spPr>
            <a:xfrm>
              <a:off x="7690282" y="2388295"/>
              <a:ext cx="126305" cy="126305"/>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48" name="Google Shape;48;p2"/>
            <p:cNvSpPr/>
            <p:nvPr/>
          </p:nvSpPr>
          <p:spPr>
            <a:xfrm>
              <a:off x="6637090" y="2661345"/>
              <a:ext cx="126305" cy="132095"/>
            </a:xfrm>
            <a:prstGeom prst="rect">
              <a:avLst/>
            </a:prstGeom>
            <a:solidFill>
              <a:srgbClr val="D5D5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49" name="Google Shape;49;p2"/>
            <p:cNvSpPr/>
            <p:nvPr/>
          </p:nvSpPr>
          <p:spPr>
            <a:xfrm>
              <a:off x="6637090" y="2794041"/>
              <a:ext cx="126305" cy="132095"/>
            </a:xfrm>
            <a:prstGeom prst="rect">
              <a:avLst/>
            </a:prstGeom>
            <a:solidFill>
              <a:srgbClr val="9797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50" name="Google Shape;50;p2"/>
            <p:cNvSpPr/>
            <p:nvPr/>
          </p:nvSpPr>
          <p:spPr>
            <a:xfrm>
              <a:off x="6637090" y="2926737"/>
              <a:ext cx="126305" cy="132095"/>
            </a:xfrm>
            <a:prstGeom prst="rect">
              <a:avLst/>
            </a:prstGeom>
            <a:solidFill>
              <a:srgbClr val="3030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51" name="Google Shape;51;p2"/>
            <p:cNvSpPr/>
            <p:nvPr/>
          </p:nvSpPr>
          <p:spPr>
            <a:xfrm>
              <a:off x="6637090" y="3059433"/>
              <a:ext cx="126305" cy="132095"/>
            </a:xfrm>
            <a:prstGeom prst="rect">
              <a:avLst/>
            </a:prstGeom>
            <a:solidFill>
              <a:srgbClr val="0000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52" name="Google Shape;52;p2"/>
            <p:cNvSpPr/>
            <p:nvPr/>
          </p:nvSpPr>
          <p:spPr>
            <a:xfrm>
              <a:off x="6637090" y="3192130"/>
              <a:ext cx="126305" cy="132095"/>
            </a:xfrm>
            <a:prstGeom prst="rect">
              <a:avLst/>
            </a:prstGeom>
            <a:solidFill>
              <a:srgbClr val="0000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53" name="Google Shape;53;p2"/>
            <p:cNvSpPr/>
            <p:nvPr/>
          </p:nvSpPr>
          <p:spPr>
            <a:xfrm>
              <a:off x="6812622" y="2661345"/>
              <a:ext cx="126305" cy="132095"/>
            </a:xfrm>
            <a:prstGeom prst="rect">
              <a:avLst/>
            </a:prstGeom>
            <a:solidFill>
              <a:srgbClr val="B6D9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54" name="Google Shape;54;p2"/>
            <p:cNvSpPr/>
            <p:nvPr/>
          </p:nvSpPr>
          <p:spPr>
            <a:xfrm>
              <a:off x="6812622" y="2794041"/>
              <a:ext cx="126305" cy="132095"/>
            </a:xfrm>
            <a:prstGeom prst="rect">
              <a:avLst/>
            </a:prstGeom>
            <a:solidFill>
              <a:srgbClr val="6DB3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55" name="Google Shape;55;p2"/>
            <p:cNvSpPr/>
            <p:nvPr/>
          </p:nvSpPr>
          <p:spPr>
            <a:xfrm>
              <a:off x="6812622" y="2926737"/>
              <a:ext cx="126305" cy="132095"/>
            </a:xfrm>
            <a:prstGeom prst="rect">
              <a:avLst/>
            </a:prstGeom>
            <a:solidFill>
              <a:srgbClr val="228E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56" name="Google Shape;56;p2"/>
            <p:cNvSpPr/>
            <p:nvPr/>
          </p:nvSpPr>
          <p:spPr>
            <a:xfrm>
              <a:off x="6812622" y="3059433"/>
              <a:ext cx="126305" cy="132095"/>
            </a:xfrm>
            <a:prstGeom prst="rect">
              <a:avLst/>
            </a:prstGeom>
            <a:solidFill>
              <a:srgbClr val="00356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57" name="Google Shape;57;p2"/>
            <p:cNvSpPr/>
            <p:nvPr/>
          </p:nvSpPr>
          <p:spPr>
            <a:xfrm>
              <a:off x="6812622" y="3192130"/>
              <a:ext cx="126305" cy="132095"/>
            </a:xfrm>
            <a:prstGeom prst="rect">
              <a:avLst/>
            </a:prstGeom>
            <a:solidFill>
              <a:srgbClr val="00234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58" name="Google Shape;58;p2"/>
            <p:cNvSpPr/>
            <p:nvPr/>
          </p:nvSpPr>
          <p:spPr>
            <a:xfrm>
              <a:off x="6988154" y="2661345"/>
              <a:ext cx="126305" cy="132095"/>
            </a:xfrm>
            <a:prstGeom prst="rect">
              <a:avLst/>
            </a:prstGeom>
            <a:solidFill>
              <a:srgbClr val="DEEA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59" name="Google Shape;59;p2"/>
            <p:cNvSpPr/>
            <p:nvPr/>
          </p:nvSpPr>
          <p:spPr>
            <a:xfrm>
              <a:off x="6988154" y="2794041"/>
              <a:ext cx="126305" cy="132095"/>
            </a:xfrm>
            <a:prstGeom prst="rect">
              <a:avLst/>
            </a:prstGeom>
            <a:solidFill>
              <a:srgbClr val="BFD5E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60" name="Google Shape;60;p2"/>
            <p:cNvSpPr/>
            <p:nvPr/>
          </p:nvSpPr>
          <p:spPr>
            <a:xfrm>
              <a:off x="6988154" y="2926737"/>
              <a:ext cx="126305" cy="132095"/>
            </a:xfrm>
            <a:prstGeom prst="rect">
              <a:avLst/>
            </a:prstGeom>
            <a:solidFill>
              <a:srgbClr val="9EC0E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61" name="Google Shape;61;p2"/>
            <p:cNvSpPr/>
            <p:nvPr/>
          </p:nvSpPr>
          <p:spPr>
            <a:xfrm>
              <a:off x="6988154" y="3059433"/>
              <a:ext cx="126305" cy="132095"/>
            </a:xfrm>
            <a:prstGeom prst="rect">
              <a:avLst/>
            </a:prstGeom>
            <a:solidFill>
              <a:srgbClr val="3371B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62" name="Google Shape;62;p2"/>
            <p:cNvSpPr/>
            <p:nvPr/>
          </p:nvSpPr>
          <p:spPr>
            <a:xfrm>
              <a:off x="6988154" y="3192130"/>
              <a:ext cx="126305" cy="132095"/>
            </a:xfrm>
            <a:prstGeom prst="rect">
              <a:avLst/>
            </a:prstGeom>
            <a:solidFill>
              <a:srgbClr val="224B7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63" name="Google Shape;63;p2"/>
            <p:cNvSpPr/>
            <p:nvPr/>
          </p:nvSpPr>
          <p:spPr>
            <a:xfrm>
              <a:off x="7163686" y="2661345"/>
              <a:ext cx="126305" cy="132095"/>
            </a:xfrm>
            <a:prstGeom prst="rect">
              <a:avLst/>
            </a:prstGeom>
            <a:solidFill>
              <a:srgbClr val="D5D5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64" name="Google Shape;64;p2"/>
            <p:cNvSpPr/>
            <p:nvPr/>
          </p:nvSpPr>
          <p:spPr>
            <a:xfrm>
              <a:off x="7163686" y="2794041"/>
              <a:ext cx="126305" cy="132095"/>
            </a:xfrm>
            <a:prstGeom prst="rect">
              <a:avLst/>
            </a:prstGeom>
            <a:solidFill>
              <a:srgbClr val="9797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65" name="Google Shape;65;p2"/>
            <p:cNvSpPr/>
            <p:nvPr/>
          </p:nvSpPr>
          <p:spPr>
            <a:xfrm>
              <a:off x="7163686" y="2926737"/>
              <a:ext cx="126305" cy="132095"/>
            </a:xfrm>
            <a:prstGeom prst="rect">
              <a:avLst/>
            </a:prstGeom>
            <a:solidFill>
              <a:srgbClr val="3030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66" name="Google Shape;66;p2"/>
            <p:cNvSpPr/>
            <p:nvPr/>
          </p:nvSpPr>
          <p:spPr>
            <a:xfrm>
              <a:off x="7163686" y="3059433"/>
              <a:ext cx="126305" cy="132095"/>
            </a:xfrm>
            <a:prstGeom prst="rect">
              <a:avLst/>
            </a:prstGeom>
            <a:solidFill>
              <a:srgbClr val="0000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67" name="Google Shape;67;p2"/>
            <p:cNvSpPr/>
            <p:nvPr/>
          </p:nvSpPr>
          <p:spPr>
            <a:xfrm>
              <a:off x="7163686" y="3192130"/>
              <a:ext cx="126305" cy="132095"/>
            </a:xfrm>
            <a:prstGeom prst="rect">
              <a:avLst/>
            </a:prstGeom>
            <a:solidFill>
              <a:srgbClr val="00008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68" name="Google Shape;68;p2"/>
            <p:cNvSpPr/>
            <p:nvPr/>
          </p:nvSpPr>
          <p:spPr>
            <a:xfrm>
              <a:off x="7339331" y="2661345"/>
              <a:ext cx="126305" cy="132095"/>
            </a:xfrm>
            <a:prstGeom prst="rect">
              <a:avLst/>
            </a:prstGeom>
            <a:solidFill>
              <a:srgbClr val="AEDA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69" name="Google Shape;69;p2"/>
            <p:cNvSpPr/>
            <p:nvPr/>
          </p:nvSpPr>
          <p:spPr>
            <a:xfrm>
              <a:off x="7339331" y="2794041"/>
              <a:ext cx="126305" cy="132095"/>
            </a:xfrm>
            <a:prstGeom prst="rect">
              <a:avLst/>
            </a:prstGeom>
            <a:solidFill>
              <a:srgbClr val="66B9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70" name="Google Shape;70;p2"/>
            <p:cNvSpPr/>
            <p:nvPr/>
          </p:nvSpPr>
          <p:spPr>
            <a:xfrm>
              <a:off x="7339331" y="2926737"/>
              <a:ext cx="126305" cy="132095"/>
            </a:xfrm>
            <a:prstGeom prst="rect">
              <a:avLst/>
            </a:prstGeom>
            <a:solidFill>
              <a:srgbClr val="0082E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71" name="Google Shape;71;p2"/>
            <p:cNvSpPr/>
            <p:nvPr/>
          </p:nvSpPr>
          <p:spPr>
            <a:xfrm>
              <a:off x="7339331" y="3059433"/>
              <a:ext cx="126305" cy="132095"/>
            </a:xfrm>
            <a:prstGeom prst="rect">
              <a:avLst/>
            </a:prstGeom>
            <a:solidFill>
              <a:srgbClr val="00417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72" name="Google Shape;72;p2"/>
            <p:cNvSpPr/>
            <p:nvPr/>
          </p:nvSpPr>
          <p:spPr>
            <a:xfrm>
              <a:off x="7339331" y="3192130"/>
              <a:ext cx="126305" cy="132095"/>
            </a:xfrm>
            <a:prstGeom prst="rect">
              <a:avLst/>
            </a:prstGeom>
            <a:solidFill>
              <a:srgbClr val="001A2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73" name="Google Shape;73;p2"/>
            <p:cNvSpPr/>
            <p:nvPr/>
          </p:nvSpPr>
          <p:spPr>
            <a:xfrm>
              <a:off x="7513832" y="2661345"/>
              <a:ext cx="126305" cy="132095"/>
            </a:xfrm>
            <a:prstGeom prst="rect">
              <a:avLst/>
            </a:prstGeom>
            <a:solidFill>
              <a:srgbClr val="D9CEC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74" name="Google Shape;74;p2"/>
            <p:cNvSpPr/>
            <p:nvPr/>
          </p:nvSpPr>
          <p:spPr>
            <a:xfrm>
              <a:off x="7513832" y="2794041"/>
              <a:ext cx="126305" cy="132095"/>
            </a:xfrm>
            <a:prstGeom prst="rect">
              <a:avLst/>
            </a:prstGeom>
            <a:solidFill>
              <a:srgbClr val="BEAB9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75" name="Google Shape;75;p2"/>
            <p:cNvSpPr/>
            <p:nvPr/>
          </p:nvSpPr>
          <p:spPr>
            <a:xfrm>
              <a:off x="7513832" y="2926737"/>
              <a:ext cx="126305" cy="132095"/>
            </a:xfrm>
            <a:prstGeom prst="rect">
              <a:avLst/>
            </a:prstGeom>
            <a:solidFill>
              <a:srgbClr val="8C725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76" name="Google Shape;76;p2"/>
            <p:cNvSpPr/>
            <p:nvPr/>
          </p:nvSpPr>
          <p:spPr>
            <a:xfrm>
              <a:off x="7513832" y="3059433"/>
              <a:ext cx="126305" cy="132095"/>
            </a:xfrm>
            <a:prstGeom prst="rect">
              <a:avLst/>
            </a:prstGeom>
            <a:solidFill>
              <a:srgbClr val="46392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77" name="Google Shape;77;p2"/>
            <p:cNvSpPr/>
            <p:nvPr/>
          </p:nvSpPr>
          <p:spPr>
            <a:xfrm>
              <a:off x="7513832" y="3192130"/>
              <a:ext cx="126305" cy="132095"/>
            </a:xfrm>
            <a:prstGeom prst="rect">
              <a:avLst/>
            </a:prstGeom>
            <a:solidFill>
              <a:srgbClr val="1C161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78" name="Google Shape;78;p2"/>
            <p:cNvSpPr/>
            <p:nvPr/>
          </p:nvSpPr>
          <p:spPr>
            <a:xfrm>
              <a:off x="7690674" y="2661345"/>
              <a:ext cx="126305" cy="132095"/>
            </a:xfrm>
            <a:prstGeom prst="rect">
              <a:avLst/>
            </a:prstGeom>
            <a:solidFill>
              <a:srgbClr val="C8D1F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79" name="Google Shape;79;p2"/>
            <p:cNvSpPr/>
            <p:nvPr/>
          </p:nvSpPr>
          <p:spPr>
            <a:xfrm>
              <a:off x="7690674" y="2794041"/>
              <a:ext cx="126305" cy="132095"/>
            </a:xfrm>
            <a:prstGeom prst="rect">
              <a:avLst/>
            </a:prstGeom>
            <a:solidFill>
              <a:srgbClr val="91A3F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80" name="Google Shape;80;p2"/>
            <p:cNvSpPr/>
            <p:nvPr/>
          </p:nvSpPr>
          <p:spPr>
            <a:xfrm>
              <a:off x="7690674" y="2926737"/>
              <a:ext cx="126305" cy="132095"/>
            </a:xfrm>
            <a:prstGeom prst="rect">
              <a:avLst/>
            </a:prstGeom>
            <a:solidFill>
              <a:srgbClr val="5B76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81" name="Google Shape;81;p2"/>
            <p:cNvSpPr/>
            <p:nvPr/>
          </p:nvSpPr>
          <p:spPr>
            <a:xfrm>
              <a:off x="7690674" y="3059433"/>
              <a:ext cx="126305" cy="132095"/>
            </a:xfrm>
            <a:prstGeom prst="rect">
              <a:avLst/>
            </a:prstGeom>
            <a:solidFill>
              <a:srgbClr val="001EB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82" name="Google Shape;82;p2"/>
            <p:cNvSpPr/>
            <p:nvPr/>
          </p:nvSpPr>
          <p:spPr>
            <a:xfrm>
              <a:off x="7690674" y="3192130"/>
              <a:ext cx="126305" cy="132095"/>
            </a:xfrm>
            <a:prstGeom prst="rect">
              <a:avLst/>
            </a:prstGeom>
            <a:solidFill>
              <a:srgbClr val="00147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83" name="Google Shape;83;p2"/>
            <p:cNvSpPr/>
            <p:nvPr/>
          </p:nvSpPr>
          <p:spPr>
            <a:xfrm>
              <a:off x="6464595" y="2388295"/>
              <a:ext cx="126305" cy="126305"/>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84" name="Google Shape;84;p2"/>
            <p:cNvSpPr/>
            <p:nvPr/>
          </p:nvSpPr>
          <p:spPr>
            <a:xfrm>
              <a:off x="6464595" y="2661345"/>
              <a:ext cx="126305" cy="132095"/>
            </a:xfrm>
            <a:prstGeom prst="rect">
              <a:avLst/>
            </a:prstGeom>
            <a:solidFill>
              <a:srgbClr val="D8CDC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85" name="Google Shape;85;p2"/>
            <p:cNvSpPr/>
            <p:nvPr/>
          </p:nvSpPr>
          <p:spPr>
            <a:xfrm>
              <a:off x="6464595" y="2794041"/>
              <a:ext cx="126305" cy="132095"/>
            </a:xfrm>
            <a:prstGeom prst="rect">
              <a:avLst/>
            </a:prstGeom>
            <a:solidFill>
              <a:srgbClr val="BDAA9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86" name="Google Shape;86;p2"/>
            <p:cNvSpPr/>
            <p:nvPr/>
          </p:nvSpPr>
          <p:spPr>
            <a:xfrm>
              <a:off x="6464595" y="2926737"/>
              <a:ext cx="126305" cy="132095"/>
            </a:xfrm>
            <a:prstGeom prst="rect">
              <a:avLst/>
            </a:prstGeom>
            <a:solidFill>
              <a:srgbClr val="8B705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87" name="Google Shape;87;p2"/>
            <p:cNvSpPr/>
            <p:nvPr/>
          </p:nvSpPr>
          <p:spPr>
            <a:xfrm>
              <a:off x="6464595" y="3059433"/>
              <a:ext cx="126305" cy="132095"/>
            </a:xfrm>
            <a:prstGeom prst="rect">
              <a:avLst/>
            </a:prstGeom>
            <a:solidFill>
              <a:srgbClr val="45382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88" name="Google Shape;88;p2"/>
            <p:cNvSpPr/>
            <p:nvPr/>
          </p:nvSpPr>
          <p:spPr>
            <a:xfrm>
              <a:off x="6464595" y="3192130"/>
              <a:ext cx="126305" cy="132095"/>
            </a:xfrm>
            <a:prstGeom prst="rect">
              <a:avLst/>
            </a:prstGeom>
            <a:solidFill>
              <a:srgbClr val="1B161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89" name="Google Shape;89;p2"/>
            <p:cNvSpPr/>
            <p:nvPr/>
          </p:nvSpPr>
          <p:spPr>
            <a:xfrm>
              <a:off x="6108995" y="3810695"/>
              <a:ext cx="126305" cy="126305"/>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90" name="Google Shape;90;p2"/>
            <p:cNvSpPr/>
            <p:nvPr/>
          </p:nvSpPr>
          <p:spPr>
            <a:xfrm>
              <a:off x="6108995" y="3986378"/>
              <a:ext cx="126305" cy="126305"/>
            </a:xfrm>
            <a:prstGeom prst="rect">
              <a:avLst/>
            </a:prstGeom>
            <a:solidFill>
              <a:srgbClr val="0D4A2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91" name="Google Shape;91;p2"/>
            <p:cNvSpPr/>
            <p:nvPr/>
          </p:nvSpPr>
          <p:spPr>
            <a:xfrm>
              <a:off x="6108995" y="4162061"/>
              <a:ext cx="126305" cy="126305"/>
            </a:xfrm>
            <a:prstGeom prst="rect">
              <a:avLst/>
            </a:prstGeom>
            <a:solidFill>
              <a:srgbClr val="4DA06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92" name="Google Shape;92;p2"/>
            <p:cNvSpPr/>
            <p:nvPr/>
          </p:nvSpPr>
          <p:spPr>
            <a:xfrm>
              <a:off x="6108995" y="4337745"/>
              <a:ext cx="126305" cy="126305"/>
            </a:xfrm>
            <a:prstGeom prst="rect">
              <a:avLst/>
            </a:prstGeom>
            <a:solidFill>
              <a:srgbClr val="C7EBB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93" name="Google Shape;93;p2"/>
            <p:cNvSpPr/>
            <p:nvPr/>
          </p:nvSpPr>
          <p:spPr>
            <a:xfrm>
              <a:off x="6285031" y="3810695"/>
              <a:ext cx="126305" cy="12630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94" name="Google Shape;94;p2"/>
            <p:cNvSpPr/>
            <p:nvPr/>
          </p:nvSpPr>
          <p:spPr>
            <a:xfrm>
              <a:off x="6285031" y="3986378"/>
              <a:ext cx="126305" cy="126305"/>
            </a:xfrm>
            <a:prstGeom prst="rect">
              <a:avLst/>
            </a:prstGeom>
            <a:solidFill>
              <a:srgbClr val="1C434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95" name="Google Shape;95;p2"/>
            <p:cNvSpPr/>
            <p:nvPr/>
          </p:nvSpPr>
          <p:spPr>
            <a:xfrm>
              <a:off x="6285031" y="4162061"/>
              <a:ext cx="126305" cy="126305"/>
            </a:xfrm>
            <a:prstGeom prst="rect">
              <a:avLst/>
            </a:prstGeom>
            <a:solidFill>
              <a:srgbClr val="339C9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96" name="Google Shape;96;p2"/>
            <p:cNvSpPr/>
            <p:nvPr/>
          </p:nvSpPr>
          <p:spPr>
            <a:xfrm>
              <a:off x="6285031" y="4337745"/>
              <a:ext cx="126305" cy="126305"/>
            </a:xfrm>
            <a:prstGeom prst="rect">
              <a:avLst/>
            </a:prstGeom>
            <a:solidFill>
              <a:srgbClr val="B2E0E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97" name="Google Shape;97;p2"/>
            <p:cNvSpPr/>
            <p:nvPr/>
          </p:nvSpPr>
          <p:spPr>
            <a:xfrm>
              <a:off x="6461067" y="3810695"/>
              <a:ext cx="126305" cy="126305"/>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98" name="Google Shape;98;p2"/>
            <p:cNvSpPr/>
            <p:nvPr/>
          </p:nvSpPr>
          <p:spPr>
            <a:xfrm>
              <a:off x="6461067" y="3986378"/>
              <a:ext cx="126305" cy="126305"/>
            </a:xfrm>
            <a:prstGeom prst="rect">
              <a:avLst/>
            </a:prstGeom>
            <a:solidFill>
              <a:srgbClr val="78001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99" name="Google Shape;99;p2"/>
            <p:cNvSpPr/>
            <p:nvPr/>
          </p:nvSpPr>
          <p:spPr>
            <a:xfrm>
              <a:off x="6461067" y="4162061"/>
              <a:ext cx="126305" cy="126305"/>
            </a:xfrm>
            <a:prstGeom prst="rect">
              <a:avLst/>
            </a:prstGeom>
            <a:solidFill>
              <a:srgbClr val="E86A5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100" name="Google Shape;100;p2"/>
            <p:cNvSpPr/>
            <p:nvPr/>
          </p:nvSpPr>
          <p:spPr>
            <a:xfrm>
              <a:off x="6461067" y="4337745"/>
              <a:ext cx="126305" cy="126305"/>
            </a:xfrm>
            <a:prstGeom prst="rect">
              <a:avLst/>
            </a:prstGeom>
            <a:solidFill>
              <a:srgbClr val="FFCCC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101" name="Google Shape;101;p2"/>
            <p:cNvSpPr/>
            <p:nvPr/>
          </p:nvSpPr>
          <p:spPr>
            <a:xfrm>
              <a:off x="6637103" y="3810695"/>
              <a:ext cx="126305" cy="126305"/>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102" name="Google Shape;102;p2"/>
            <p:cNvSpPr/>
            <p:nvPr/>
          </p:nvSpPr>
          <p:spPr>
            <a:xfrm>
              <a:off x="6637103" y="3986378"/>
              <a:ext cx="126305" cy="126305"/>
            </a:xfrm>
            <a:prstGeom prst="rect">
              <a:avLst/>
            </a:prstGeom>
            <a:solidFill>
              <a:srgbClr val="A659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103" name="Google Shape;103;p2"/>
            <p:cNvSpPr/>
            <p:nvPr/>
          </p:nvSpPr>
          <p:spPr>
            <a:xfrm>
              <a:off x="6637103" y="4162061"/>
              <a:ext cx="126305" cy="126305"/>
            </a:xfrm>
            <a:prstGeom prst="rect">
              <a:avLst/>
            </a:prstGeom>
            <a:solidFill>
              <a:srgbClr val="FFBE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104" name="Google Shape;104;p2"/>
            <p:cNvSpPr/>
            <p:nvPr/>
          </p:nvSpPr>
          <p:spPr>
            <a:xfrm>
              <a:off x="6637103" y="4337745"/>
              <a:ext cx="126305" cy="126305"/>
            </a:xfrm>
            <a:prstGeom prst="rect">
              <a:avLst/>
            </a:prstGeom>
            <a:solidFill>
              <a:srgbClr val="FFF0B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105" name="Google Shape;105;p2"/>
            <p:cNvSpPr/>
            <p:nvPr/>
          </p:nvSpPr>
          <p:spPr>
            <a:xfrm>
              <a:off x="6813139" y="3810695"/>
              <a:ext cx="126305" cy="126305"/>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106" name="Google Shape;106;p2"/>
            <p:cNvSpPr/>
            <p:nvPr/>
          </p:nvSpPr>
          <p:spPr>
            <a:xfrm>
              <a:off x="6813139" y="3986378"/>
              <a:ext cx="126305" cy="126305"/>
            </a:xfrm>
            <a:prstGeom prst="rect">
              <a:avLst/>
            </a:prstGeom>
            <a:solidFill>
              <a:srgbClr val="32323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107" name="Google Shape;107;p2"/>
            <p:cNvSpPr/>
            <p:nvPr/>
          </p:nvSpPr>
          <p:spPr>
            <a:xfrm>
              <a:off x="6813139" y="4162061"/>
              <a:ext cx="126305" cy="126305"/>
            </a:xfrm>
            <a:prstGeom prst="rect">
              <a:avLst/>
            </a:pr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108" name="Google Shape;108;p2"/>
            <p:cNvSpPr/>
            <p:nvPr/>
          </p:nvSpPr>
          <p:spPr>
            <a:xfrm>
              <a:off x="6813139" y="4337745"/>
              <a:ext cx="126305" cy="126305"/>
            </a:xfrm>
            <a:prstGeom prst="rect">
              <a:avLst/>
            </a:prstGeom>
            <a:solidFill>
              <a:srgbClr val="E6E6E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109" name="Google Shape;109;p2"/>
            <p:cNvSpPr/>
            <p:nvPr/>
          </p:nvSpPr>
          <p:spPr>
            <a:xfrm>
              <a:off x="6989175" y="3810695"/>
              <a:ext cx="126305" cy="126305"/>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110" name="Google Shape;110;p2"/>
            <p:cNvSpPr/>
            <p:nvPr/>
          </p:nvSpPr>
          <p:spPr>
            <a:xfrm>
              <a:off x="6989175" y="3986378"/>
              <a:ext cx="126305" cy="126305"/>
            </a:xfrm>
            <a:prstGeom prst="rect">
              <a:avLst/>
            </a:prstGeom>
            <a:solidFill>
              <a:schemeClr val="lt1"/>
            </a:solidFill>
            <a:ln cap="flat" cmpd="sng" w="9525">
              <a:solidFill>
                <a:srgbClr val="F2F2F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111" name="Google Shape;111;p2"/>
            <p:cNvSpPr/>
            <p:nvPr/>
          </p:nvSpPr>
          <p:spPr>
            <a:xfrm>
              <a:off x="6989175" y="4162061"/>
              <a:ext cx="126305" cy="126305"/>
            </a:xfrm>
            <a:prstGeom prst="rect">
              <a:avLst/>
            </a:prstGeom>
            <a:solidFill>
              <a:schemeClr val="lt1"/>
            </a:solidFill>
            <a:ln cap="flat" cmpd="sng" w="9525">
              <a:solidFill>
                <a:srgbClr val="F2F2F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112" name="Google Shape;112;p2"/>
            <p:cNvSpPr/>
            <p:nvPr/>
          </p:nvSpPr>
          <p:spPr>
            <a:xfrm>
              <a:off x="7165211" y="3810695"/>
              <a:ext cx="126305" cy="126305"/>
            </a:xfrm>
            <a:prstGeom prst="rect">
              <a:avLst/>
            </a:prstGeom>
            <a:solidFill>
              <a:schemeClr val="lt1"/>
            </a:solidFill>
            <a:ln cap="flat" cmpd="sng" w="9525">
              <a:solidFill>
                <a:srgbClr val="F2F2F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113" name="Google Shape;113;p2"/>
            <p:cNvSpPr/>
            <p:nvPr/>
          </p:nvSpPr>
          <p:spPr>
            <a:xfrm>
              <a:off x="7165211" y="3986378"/>
              <a:ext cx="126305" cy="126305"/>
            </a:xfrm>
            <a:prstGeom prst="rect">
              <a:avLst/>
            </a:prstGeom>
            <a:solidFill>
              <a:schemeClr val="lt1"/>
            </a:solidFill>
            <a:ln cap="flat" cmpd="sng" w="9525">
              <a:solidFill>
                <a:srgbClr val="F2F2F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114" name="Google Shape;114;p2"/>
            <p:cNvSpPr/>
            <p:nvPr/>
          </p:nvSpPr>
          <p:spPr>
            <a:xfrm>
              <a:off x="7165211" y="4162061"/>
              <a:ext cx="126305" cy="126305"/>
            </a:xfrm>
            <a:prstGeom prst="rect">
              <a:avLst/>
            </a:prstGeom>
            <a:solidFill>
              <a:schemeClr val="lt1"/>
            </a:solidFill>
            <a:ln cap="flat" cmpd="sng" w="9525">
              <a:solidFill>
                <a:srgbClr val="F2F2F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115" name="Google Shape;115;p2"/>
            <p:cNvSpPr/>
            <p:nvPr/>
          </p:nvSpPr>
          <p:spPr>
            <a:xfrm>
              <a:off x="7341247" y="3810695"/>
              <a:ext cx="126305" cy="126305"/>
            </a:xfrm>
            <a:prstGeom prst="rect">
              <a:avLst/>
            </a:prstGeom>
            <a:solidFill>
              <a:schemeClr val="lt1"/>
            </a:solidFill>
            <a:ln cap="flat" cmpd="sng" w="9525">
              <a:solidFill>
                <a:srgbClr val="F2F2F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116" name="Google Shape;116;p2"/>
            <p:cNvSpPr/>
            <p:nvPr/>
          </p:nvSpPr>
          <p:spPr>
            <a:xfrm>
              <a:off x="7341247" y="3986378"/>
              <a:ext cx="126305" cy="126305"/>
            </a:xfrm>
            <a:prstGeom prst="rect">
              <a:avLst/>
            </a:prstGeom>
            <a:solidFill>
              <a:schemeClr val="lt1"/>
            </a:solidFill>
            <a:ln cap="flat" cmpd="sng" w="9525">
              <a:solidFill>
                <a:srgbClr val="F2F2F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117" name="Google Shape;117;p2"/>
            <p:cNvSpPr/>
            <p:nvPr/>
          </p:nvSpPr>
          <p:spPr>
            <a:xfrm>
              <a:off x="7341247" y="4162061"/>
              <a:ext cx="126305" cy="126305"/>
            </a:xfrm>
            <a:prstGeom prst="rect">
              <a:avLst/>
            </a:prstGeom>
            <a:solidFill>
              <a:schemeClr val="lt1"/>
            </a:solidFill>
            <a:ln cap="flat" cmpd="sng" w="9525">
              <a:solidFill>
                <a:srgbClr val="F2F2F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118" name="Google Shape;118;p2"/>
            <p:cNvSpPr/>
            <p:nvPr/>
          </p:nvSpPr>
          <p:spPr>
            <a:xfrm>
              <a:off x="7517283" y="3810695"/>
              <a:ext cx="126305" cy="126305"/>
            </a:xfrm>
            <a:prstGeom prst="rect">
              <a:avLst/>
            </a:prstGeom>
            <a:solidFill>
              <a:schemeClr val="lt1"/>
            </a:solidFill>
            <a:ln cap="flat" cmpd="sng" w="9525">
              <a:solidFill>
                <a:srgbClr val="F2F2F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119" name="Google Shape;119;p2"/>
            <p:cNvSpPr/>
            <p:nvPr/>
          </p:nvSpPr>
          <p:spPr>
            <a:xfrm>
              <a:off x="7517283" y="3986378"/>
              <a:ext cx="126305" cy="126305"/>
            </a:xfrm>
            <a:prstGeom prst="rect">
              <a:avLst/>
            </a:prstGeom>
            <a:solidFill>
              <a:schemeClr val="lt1"/>
            </a:solidFill>
            <a:ln cap="flat" cmpd="sng" w="9525">
              <a:solidFill>
                <a:srgbClr val="F2F2F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120" name="Google Shape;120;p2"/>
            <p:cNvSpPr/>
            <p:nvPr/>
          </p:nvSpPr>
          <p:spPr>
            <a:xfrm>
              <a:off x="7517283" y="4162061"/>
              <a:ext cx="126305" cy="126305"/>
            </a:xfrm>
            <a:prstGeom prst="rect">
              <a:avLst/>
            </a:prstGeom>
            <a:solidFill>
              <a:schemeClr val="lt1"/>
            </a:solidFill>
            <a:ln cap="flat" cmpd="sng" w="9525">
              <a:solidFill>
                <a:srgbClr val="F2F2F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121" name="Google Shape;121;p2"/>
            <p:cNvSpPr/>
            <p:nvPr/>
          </p:nvSpPr>
          <p:spPr>
            <a:xfrm>
              <a:off x="7693320" y="3810695"/>
              <a:ext cx="126305" cy="126305"/>
            </a:xfrm>
            <a:prstGeom prst="rect">
              <a:avLst/>
            </a:prstGeom>
            <a:solidFill>
              <a:schemeClr val="lt1"/>
            </a:solidFill>
            <a:ln cap="flat" cmpd="sng" w="9525">
              <a:solidFill>
                <a:srgbClr val="F2F2F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122" name="Google Shape;122;p2"/>
            <p:cNvSpPr/>
            <p:nvPr/>
          </p:nvSpPr>
          <p:spPr>
            <a:xfrm>
              <a:off x="7693320" y="3986378"/>
              <a:ext cx="126305" cy="126305"/>
            </a:xfrm>
            <a:prstGeom prst="rect">
              <a:avLst/>
            </a:prstGeom>
            <a:solidFill>
              <a:schemeClr val="lt1"/>
            </a:solidFill>
            <a:ln cap="flat" cmpd="sng" w="9525">
              <a:solidFill>
                <a:srgbClr val="F2F2F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123" name="Google Shape;123;p2"/>
            <p:cNvSpPr/>
            <p:nvPr/>
          </p:nvSpPr>
          <p:spPr>
            <a:xfrm>
              <a:off x="7693320" y="4162061"/>
              <a:ext cx="126305" cy="126305"/>
            </a:xfrm>
            <a:prstGeom prst="rect">
              <a:avLst/>
            </a:prstGeom>
            <a:solidFill>
              <a:schemeClr val="lt1"/>
            </a:solidFill>
            <a:ln cap="flat" cmpd="sng" w="9525">
              <a:solidFill>
                <a:srgbClr val="F2F2F2"/>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grpSp>
      <p:sp>
        <p:nvSpPr>
          <p:cNvPr id="124" name="Google Shape;124;p2"/>
          <p:cNvSpPr/>
          <p:nvPr/>
        </p:nvSpPr>
        <p:spPr>
          <a:xfrm>
            <a:off x="6062449" y="2168771"/>
            <a:ext cx="800154" cy="97738"/>
          </a:xfrm>
          <a:prstGeom prst="roundRect">
            <a:avLst>
              <a:gd fmla="val 0" name="adj"/>
            </a:avLst>
          </a:prstGeom>
          <a:noFill/>
          <a:ln cap="flat" cmpd="sng" w="15875">
            <a:solidFill>
              <a:srgbClr val="2FBA7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sp>
        <p:nvSpPr>
          <p:cNvPr id="125" name="Google Shape;125;p2"/>
          <p:cNvSpPr/>
          <p:nvPr/>
        </p:nvSpPr>
        <p:spPr>
          <a:xfrm>
            <a:off x="6062449" y="2800595"/>
            <a:ext cx="800154" cy="331200"/>
          </a:xfrm>
          <a:prstGeom prst="roundRect">
            <a:avLst>
              <a:gd fmla="val 0" name="adj"/>
            </a:avLst>
          </a:prstGeom>
          <a:noFill/>
          <a:ln cap="flat" cmpd="sng" w="15875">
            <a:solidFill>
              <a:srgbClr val="2FBA70"/>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grpSp>
        <p:nvGrpSpPr>
          <p:cNvPr id="126" name="Google Shape;126;p2"/>
          <p:cNvGrpSpPr/>
          <p:nvPr/>
        </p:nvGrpSpPr>
        <p:grpSpPr>
          <a:xfrm>
            <a:off x="6074571" y="3306851"/>
            <a:ext cx="781200" cy="90681"/>
            <a:chOff x="6511014" y="2308965"/>
            <a:chExt cx="602272" cy="346936"/>
          </a:xfrm>
        </p:grpSpPr>
        <p:sp>
          <p:nvSpPr>
            <p:cNvPr id="127" name="Google Shape;127;p2"/>
            <p:cNvSpPr/>
            <p:nvPr/>
          </p:nvSpPr>
          <p:spPr>
            <a:xfrm>
              <a:off x="6511014" y="2308965"/>
              <a:ext cx="602272" cy="346936"/>
            </a:xfrm>
            <a:prstGeom prst="roundRect">
              <a:avLst>
                <a:gd fmla="val 2307" name="adj"/>
              </a:avLst>
            </a:prstGeom>
            <a:solidFill>
              <a:srgbClr val="F9535C">
                <a:alpha val="4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cxnSp>
          <p:nvCxnSpPr>
            <p:cNvPr id="128" name="Google Shape;128;p2"/>
            <p:cNvCxnSpPr/>
            <p:nvPr/>
          </p:nvCxnSpPr>
          <p:spPr>
            <a:xfrm>
              <a:off x="6511014" y="2312318"/>
              <a:ext cx="602272" cy="341211"/>
            </a:xfrm>
            <a:prstGeom prst="straightConnector1">
              <a:avLst/>
            </a:prstGeom>
            <a:noFill/>
            <a:ln cap="rnd" cmpd="sng" w="25400">
              <a:solidFill>
                <a:srgbClr val="F9535C"/>
              </a:solidFill>
              <a:prstDash val="solid"/>
              <a:round/>
              <a:headEnd len="sm" w="sm" type="none"/>
              <a:tailEnd len="sm" w="sm" type="none"/>
            </a:ln>
          </p:spPr>
        </p:cxnSp>
        <p:cxnSp>
          <p:nvCxnSpPr>
            <p:cNvPr id="129" name="Google Shape;129;p2"/>
            <p:cNvCxnSpPr/>
            <p:nvPr/>
          </p:nvCxnSpPr>
          <p:spPr>
            <a:xfrm flipH="1">
              <a:off x="6511014" y="2312318"/>
              <a:ext cx="602272" cy="341211"/>
            </a:xfrm>
            <a:prstGeom prst="straightConnector1">
              <a:avLst/>
            </a:prstGeom>
            <a:noFill/>
            <a:ln cap="rnd" cmpd="sng" w="25400">
              <a:solidFill>
                <a:srgbClr val="F9535C"/>
              </a:solidFill>
              <a:prstDash val="solid"/>
              <a:round/>
              <a:headEnd len="sm" w="sm" type="none"/>
              <a:tailEnd len="sm" w="sm" type="none"/>
            </a:ln>
          </p:spPr>
        </p:cxnSp>
      </p:grpSp>
      <p:grpSp>
        <p:nvGrpSpPr>
          <p:cNvPr id="130" name="Google Shape;130;p2"/>
          <p:cNvGrpSpPr/>
          <p:nvPr/>
        </p:nvGrpSpPr>
        <p:grpSpPr>
          <a:xfrm>
            <a:off x="6074571" y="2295574"/>
            <a:ext cx="781200" cy="324083"/>
            <a:chOff x="6511014" y="2308965"/>
            <a:chExt cx="602272" cy="346936"/>
          </a:xfrm>
        </p:grpSpPr>
        <p:sp>
          <p:nvSpPr>
            <p:cNvPr id="131" name="Google Shape;131;p2"/>
            <p:cNvSpPr/>
            <p:nvPr/>
          </p:nvSpPr>
          <p:spPr>
            <a:xfrm>
              <a:off x="6511014" y="2308965"/>
              <a:ext cx="602272" cy="346936"/>
            </a:xfrm>
            <a:prstGeom prst="roundRect">
              <a:avLst>
                <a:gd fmla="val 2307" name="adj"/>
              </a:avLst>
            </a:prstGeom>
            <a:solidFill>
              <a:srgbClr val="F9535C">
                <a:alpha val="4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cxnSp>
          <p:nvCxnSpPr>
            <p:cNvPr id="132" name="Google Shape;132;p2"/>
            <p:cNvCxnSpPr/>
            <p:nvPr/>
          </p:nvCxnSpPr>
          <p:spPr>
            <a:xfrm>
              <a:off x="6511014" y="2312318"/>
              <a:ext cx="602272" cy="341211"/>
            </a:xfrm>
            <a:prstGeom prst="straightConnector1">
              <a:avLst/>
            </a:prstGeom>
            <a:noFill/>
            <a:ln cap="rnd" cmpd="sng" w="25400">
              <a:solidFill>
                <a:srgbClr val="F9535C"/>
              </a:solidFill>
              <a:prstDash val="solid"/>
              <a:round/>
              <a:headEnd len="sm" w="sm" type="none"/>
              <a:tailEnd len="sm" w="sm" type="none"/>
            </a:ln>
          </p:spPr>
        </p:cxnSp>
        <p:cxnSp>
          <p:nvCxnSpPr>
            <p:cNvPr id="133" name="Google Shape;133;p2"/>
            <p:cNvCxnSpPr/>
            <p:nvPr/>
          </p:nvCxnSpPr>
          <p:spPr>
            <a:xfrm flipH="1">
              <a:off x="6511014" y="2312318"/>
              <a:ext cx="602272" cy="341211"/>
            </a:xfrm>
            <a:prstGeom prst="straightConnector1">
              <a:avLst/>
            </a:prstGeom>
            <a:noFill/>
            <a:ln cap="rnd" cmpd="sng" w="25400">
              <a:solidFill>
                <a:srgbClr val="F9535C"/>
              </a:solidFill>
              <a:prstDash val="solid"/>
              <a:round/>
              <a:headEnd len="sm" w="sm" type="none"/>
              <a:tailEnd len="sm" w="sm" type="none"/>
            </a:ln>
          </p:spPr>
        </p:cxn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navy blue" showMasterSp="0" type="title">
  <p:cSld name="TITLE">
    <p:bg>
      <p:bgPr>
        <a:solidFill>
          <a:schemeClr val="accent3"/>
        </a:solidFill>
      </p:bgPr>
    </p:bg>
    <p:spTree>
      <p:nvGrpSpPr>
        <p:cNvPr id="134" name="Shape 134"/>
        <p:cNvGrpSpPr/>
        <p:nvPr/>
      </p:nvGrpSpPr>
      <p:grpSpPr>
        <a:xfrm>
          <a:off x="0" y="0"/>
          <a:ext cx="0" cy="0"/>
          <a:chOff x="0" y="0"/>
          <a:chExt cx="0" cy="0"/>
        </a:xfrm>
      </p:grpSpPr>
      <p:pic>
        <p:nvPicPr>
          <p:cNvPr id="135" name="Google Shape;135;p3"/>
          <p:cNvPicPr preferRelativeResize="0"/>
          <p:nvPr/>
        </p:nvPicPr>
        <p:blipFill rotWithShape="1">
          <a:blip r:embed="rId2">
            <a:alphaModFix/>
          </a:blip>
          <a:srcRect b="32409" l="0" r="73936" t="0"/>
          <a:stretch/>
        </p:blipFill>
        <p:spPr>
          <a:xfrm>
            <a:off x="-1" y="1"/>
            <a:ext cx="3177767" cy="4635374"/>
          </a:xfrm>
          <a:prstGeom prst="rect">
            <a:avLst/>
          </a:prstGeom>
          <a:noFill/>
          <a:ln>
            <a:noFill/>
          </a:ln>
        </p:spPr>
      </p:pic>
      <p:pic>
        <p:nvPicPr>
          <p:cNvPr id="136" name="Google Shape;136;p3"/>
          <p:cNvPicPr preferRelativeResize="0"/>
          <p:nvPr/>
        </p:nvPicPr>
        <p:blipFill rotWithShape="1">
          <a:blip r:embed="rId3">
            <a:alphaModFix/>
          </a:blip>
          <a:srcRect b="-1" l="0" r="75198" t="72740"/>
          <a:stretch/>
        </p:blipFill>
        <p:spPr>
          <a:xfrm flipH="1">
            <a:off x="9166550" y="4988459"/>
            <a:ext cx="3023858" cy="1869540"/>
          </a:xfrm>
          <a:prstGeom prst="rect">
            <a:avLst/>
          </a:prstGeom>
          <a:noFill/>
          <a:ln>
            <a:noFill/>
          </a:ln>
        </p:spPr>
      </p:pic>
      <p:pic>
        <p:nvPicPr>
          <p:cNvPr id="137" name="Google Shape;137;p3"/>
          <p:cNvPicPr preferRelativeResize="0"/>
          <p:nvPr/>
        </p:nvPicPr>
        <p:blipFill rotWithShape="1">
          <a:blip r:embed="rId4">
            <a:alphaModFix/>
          </a:blip>
          <a:srcRect b="0" l="0" r="0" t="0"/>
          <a:stretch/>
        </p:blipFill>
        <p:spPr>
          <a:xfrm>
            <a:off x="5213011" y="998292"/>
            <a:ext cx="1764387" cy="1974432"/>
          </a:xfrm>
          <a:prstGeom prst="rect">
            <a:avLst/>
          </a:prstGeom>
          <a:noFill/>
          <a:ln>
            <a:noFill/>
          </a:ln>
        </p:spPr>
      </p:pic>
      <p:sp>
        <p:nvSpPr>
          <p:cNvPr id="138" name="Google Shape;138;p3"/>
          <p:cNvSpPr txBox="1"/>
          <p:nvPr>
            <p:ph type="ctrTitle"/>
          </p:nvPr>
        </p:nvSpPr>
        <p:spPr>
          <a:xfrm>
            <a:off x="1695853" y="3571875"/>
            <a:ext cx="8798701" cy="1654175"/>
          </a:xfrm>
          <a:prstGeom prst="rect">
            <a:avLst/>
          </a:prstGeom>
          <a:noFill/>
          <a:ln>
            <a:noFill/>
          </a:ln>
        </p:spPr>
        <p:txBody>
          <a:bodyPr anchorCtr="0" anchor="ctr" bIns="45700" lIns="91425" spcFirstLastPara="1" rIns="91425" wrap="square" tIns="108000">
            <a:noAutofit/>
          </a:bodyPr>
          <a:lstStyle>
            <a:lvl1pPr lvl="0" algn="ctr">
              <a:lnSpc>
                <a:spcPct val="90000"/>
              </a:lnSpc>
              <a:spcBef>
                <a:spcPts val="0"/>
              </a:spcBef>
              <a:spcAft>
                <a:spcPts val="0"/>
              </a:spcAft>
              <a:buClr>
                <a:schemeClr val="lt1"/>
              </a:buClr>
              <a:buSzPts val="4800"/>
              <a:buFont typeface="Figtree"/>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9" name="Google Shape;139;p3"/>
          <p:cNvSpPr txBox="1"/>
          <p:nvPr>
            <p:ph idx="1" type="subTitle"/>
          </p:nvPr>
        </p:nvSpPr>
        <p:spPr>
          <a:xfrm>
            <a:off x="2132013" y="5776913"/>
            <a:ext cx="7926387" cy="4619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SzPts val="2000"/>
              <a:buNone/>
              <a:defRPr sz="2000">
                <a:solidFill>
                  <a:schemeClr val="accent2"/>
                </a:solidFill>
              </a:defRPr>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SzPts val="1800"/>
              <a:buNone/>
              <a:defRPr sz="1800"/>
            </a:lvl3pPr>
            <a:lvl4pPr lvl="3" algn="ctr">
              <a:lnSpc>
                <a:spcPct val="90000"/>
              </a:lnSpc>
              <a:spcBef>
                <a:spcPts val="500"/>
              </a:spcBef>
              <a:spcAft>
                <a:spcPts val="0"/>
              </a:spcAft>
              <a:buSzPts val="1600"/>
              <a:buNone/>
              <a:defRPr sz="1600"/>
            </a:lvl4pPr>
            <a:lvl5pPr lvl="4" algn="ctr">
              <a:lnSpc>
                <a:spcPct val="9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0" name="Google Shape;140;p3"/>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3"/>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3"/>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700">
                <a:solidFill>
                  <a:schemeClr val="lt1"/>
                </a:solidFill>
                <a:latin typeface="Figtree"/>
                <a:ea typeface="Figtree"/>
                <a:cs typeface="Figtree"/>
                <a:sym typeface="Figtree"/>
              </a:defRPr>
            </a:lvl1pPr>
            <a:lvl2pPr indent="0" lvl="1" marL="0" algn="r">
              <a:spcBef>
                <a:spcPts val="0"/>
              </a:spcBef>
              <a:buNone/>
              <a:defRPr sz="700">
                <a:solidFill>
                  <a:schemeClr val="lt1"/>
                </a:solidFill>
                <a:latin typeface="Figtree"/>
                <a:ea typeface="Figtree"/>
                <a:cs typeface="Figtree"/>
                <a:sym typeface="Figtree"/>
              </a:defRPr>
            </a:lvl2pPr>
            <a:lvl3pPr indent="0" lvl="2" marL="0" algn="r">
              <a:spcBef>
                <a:spcPts val="0"/>
              </a:spcBef>
              <a:buNone/>
              <a:defRPr sz="700">
                <a:solidFill>
                  <a:schemeClr val="lt1"/>
                </a:solidFill>
                <a:latin typeface="Figtree"/>
                <a:ea typeface="Figtree"/>
                <a:cs typeface="Figtree"/>
                <a:sym typeface="Figtree"/>
              </a:defRPr>
            </a:lvl3pPr>
            <a:lvl4pPr indent="0" lvl="3" marL="0" algn="r">
              <a:spcBef>
                <a:spcPts val="0"/>
              </a:spcBef>
              <a:buNone/>
              <a:defRPr sz="700">
                <a:solidFill>
                  <a:schemeClr val="lt1"/>
                </a:solidFill>
                <a:latin typeface="Figtree"/>
                <a:ea typeface="Figtree"/>
                <a:cs typeface="Figtree"/>
                <a:sym typeface="Figtree"/>
              </a:defRPr>
            </a:lvl4pPr>
            <a:lvl5pPr indent="0" lvl="4" marL="0" algn="r">
              <a:spcBef>
                <a:spcPts val="0"/>
              </a:spcBef>
              <a:buNone/>
              <a:defRPr sz="700">
                <a:solidFill>
                  <a:schemeClr val="lt1"/>
                </a:solidFill>
                <a:latin typeface="Figtree"/>
                <a:ea typeface="Figtree"/>
                <a:cs typeface="Figtree"/>
                <a:sym typeface="Figtree"/>
              </a:defRPr>
            </a:lvl5pPr>
            <a:lvl6pPr indent="0" lvl="5" marL="0" algn="r">
              <a:spcBef>
                <a:spcPts val="0"/>
              </a:spcBef>
              <a:buNone/>
              <a:defRPr sz="700">
                <a:solidFill>
                  <a:schemeClr val="lt1"/>
                </a:solidFill>
                <a:latin typeface="Figtree"/>
                <a:ea typeface="Figtree"/>
                <a:cs typeface="Figtree"/>
                <a:sym typeface="Figtree"/>
              </a:defRPr>
            </a:lvl6pPr>
            <a:lvl7pPr indent="0" lvl="6" marL="0" algn="r">
              <a:spcBef>
                <a:spcPts val="0"/>
              </a:spcBef>
              <a:buNone/>
              <a:defRPr sz="700">
                <a:solidFill>
                  <a:schemeClr val="lt1"/>
                </a:solidFill>
                <a:latin typeface="Figtree"/>
                <a:ea typeface="Figtree"/>
                <a:cs typeface="Figtree"/>
                <a:sym typeface="Figtree"/>
              </a:defRPr>
            </a:lvl7pPr>
            <a:lvl8pPr indent="0" lvl="7" marL="0" algn="r">
              <a:spcBef>
                <a:spcPts val="0"/>
              </a:spcBef>
              <a:buNone/>
              <a:defRPr sz="700">
                <a:solidFill>
                  <a:schemeClr val="lt1"/>
                </a:solidFill>
                <a:latin typeface="Figtree"/>
                <a:ea typeface="Figtree"/>
                <a:cs typeface="Figtree"/>
                <a:sym typeface="Figtree"/>
              </a:defRPr>
            </a:lvl8pPr>
            <a:lvl9pPr indent="0" lvl="8" marL="0" algn="r">
              <a:spcBef>
                <a:spcPts val="0"/>
              </a:spcBef>
              <a:buNone/>
              <a:defRPr sz="700">
                <a:solidFill>
                  <a:schemeClr val="lt1"/>
                </a:solidFill>
                <a:latin typeface="Figtree"/>
                <a:ea typeface="Figtree"/>
                <a:cs typeface="Figtree"/>
                <a:sym typeface="Figtre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content" type="obj">
  <p:cSld name="OBJECT">
    <p:spTree>
      <p:nvGrpSpPr>
        <p:cNvPr id="143" name="Shape 143"/>
        <p:cNvGrpSpPr/>
        <p:nvPr/>
      </p:nvGrpSpPr>
      <p:grpSpPr>
        <a:xfrm>
          <a:off x="0" y="0"/>
          <a:ext cx="0" cy="0"/>
          <a:chOff x="0" y="0"/>
          <a:chExt cx="0" cy="0"/>
        </a:xfrm>
      </p:grpSpPr>
      <p:sp>
        <p:nvSpPr>
          <p:cNvPr id="144" name="Google Shape;144;p4"/>
          <p:cNvSpPr txBox="1"/>
          <p:nvPr>
            <p:ph type="title"/>
          </p:nvPr>
        </p:nvSpPr>
        <p:spPr>
          <a:xfrm>
            <a:off x="600075" y="1095632"/>
            <a:ext cx="10990263" cy="568412"/>
          </a:xfrm>
          <a:prstGeom prst="rect">
            <a:avLst/>
          </a:prstGeom>
          <a:noFill/>
          <a:ln>
            <a:noFill/>
          </a:ln>
        </p:spPr>
        <p:txBody>
          <a:bodyPr anchorCtr="0" anchor="t" bIns="45700" lIns="91425" spcFirstLastPara="1" rIns="91425" wrap="square" tIns="108000">
            <a:no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 name="Google Shape;145;p4"/>
          <p:cNvSpPr txBox="1"/>
          <p:nvPr>
            <p:ph idx="1" type="body"/>
          </p:nvPr>
        </p:nvSpPr>
        <p:spPr>
          <a:xfrm>
            <a:off x="600075" y="1872344"/>
            <a:ext cx="10990263" cy="445380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 name="Google Shape;146;p4"/>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4"/>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4"/>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KTH blue" showMasterSp="0">
  <p:cSld name="Title, KTH blue">
    <p:bg>
      <p:bgPr>
        <a:solidFill>
          <a:schemeClr val="accent1"/>
        </a:solidFill>
      </p:bgPr>
    </p:bg>
    <p:spTree>
      <p:nvGrpSpPr>
        <p:cNvPr id="149" name="Shape 149"/>
        <p:cNvGrpSpPr/>
        <p:nvPr/>
      </p:nvGrpSpPr>
      <p:grpSpPr>
        <a:xfrm>
          <a:off x="0" y="0"/>
          <a:ext cx="0" cy="0"/>
          <a:chOff x="0" y="0"/>
          <a:chExt cx="0" cy="0"/>
        </a:xfrm>
      </p:grpSpPr>
      <p:pic>
        <p:nvPicPr>
          <p:cNvPr id="150" name="Google Shape;150;p5"/>
          <p:cNvPicPr preferRelativeResize="0"/>
          <p:nvPr/>
        </p:nvPicPr>
        <p:blipFill rotWithShape="1">
          <a:blip r:embed="rId2">
            <a:alphaModFix/>
          </a:blip>
          <a:srcRect b="32409" l="0" r="73936" t="0"/>
          <a:stretch/>
        </p:blipFill>
        <p:spPr>
          <a:xfrm>
            <a:off x="-1" y="1"/>
            <a:ext cx="3177767" cy="4635374"/>
          </a:xfrm>
          <a:prstGeom prst="rect">
            <a:avLst/>
          </a:prstGeom>
          <a:noFill/>
          <a:ln>
            <a:noFill/>
          </a:ln>
        </p:spPr>
      </p:pic>
      <p:pic>
        <p:nvPicPr>
          <p:cNvPr id="151" name="Google Shape;151;p5"/>
          <p:cNvPicPr preferRelativeResize="0"/>
          <p:nvPr/>
        </p:nvPicPr>
        <p:blipFill rotWithShape="1">
          <a:blip r:embed="rId3">
            <a:alphaModFix/>
          </a:blip>
          <a:srcRect b="-1" l="0" r="75198" t="72740"/>
          <a:stretch/>
        </p:blipFill>
        <p:spPr>
          <a:xfrm flipH="1">
            <a:off x="9166550" y="4988459"/>
            <a:ext cx="3023858" cy="1869540"/>
          </a:xfrm>
          <a:prstGeom prst="rect">
            <a:avLst/>
          </a:prstGeom>
          <a:noFill/>
          <a:ln>
            <a:noFill/>
          </a:ln>
        </p:spPr>
      </p:pic>
      <p:pic>
        <p:nvPicPr>
          <p:cNvPr id="152" name="Google Shape;152;p5"/>
          <p:cNvPicPr preferRelativeResize="0"/>
          <p:nvPr/>
        </p:nvPicPr>
        <p:blipFill rotWithShape="1">
          <a:blip r:embed="rId4">
            <a:alphaModFix/>
          </a:blip>
          <a:srcRect b="0" l="0" r="0" t="0"/>
          <a:stretch/>
        </p:blipFill>
        <p:spPr>
          <a:xfrm>
            <a:off x="5213011" y="998292"/>
            <a:ext cx="1764387" cy="1974432"/>
          </a:xfrm>
          <a:prstGeom prst="rect">
            <a:avLst/>
          </a:prstGeom>
          <a:noFill/>
          <a:ln>
            <a:noFill/>
          </a:ln>
        </p:spPr>
      </p:pic>
      <p:sp>
        <p:nvSpPr>
          <p:cNvPr id="153" name="Google Shape;153;p5"/>
          <p:cNvSpPr txBox="1"/>
          <p:nvPr>
            <p:ph type="ctrTitle"/>
          </p:nvPr>
        </p:nvSpPr>
        <p:spPr>
          <a:xfrm>
            <a:off x="1695853" y="3571875"/>
            <a:ext cx="8798701" cy="1654175"/>
          </a:xfrm>
          <a:prstGeom prst="rect">
            <a:avLst/>
          </a:prstGeom>
          <a:noFill/>
          <a:ln>
            <a:noFill/>
          </a:ln>
        </p:spPr>
        <p:txBody>
          <a:bodyPr anchorCtr="0" anchor="ctr" bIns="45700" lIns="91425" spcFirstLastPara="1" rIns="91425" wrap="square" tIns="108000">
            <a:noAutofit/>
          </a:bodyPr>
          <a:lstStyle>
            <a:lvl1pPr lvl="0" algn="ctr">
              <a:lnSpc>
                <a:spcPct val="90000"/>
              </a:lnSpc>
              <a:spcBef>
                <a:spcPts val="0"/>
              </a:spcBef>
              <a:spcAft>
                <a:spcPts val="0"/>
              </a:spcAft>
              <a:buClr>
                <a:schemeClr val="lt1"/>
              </a:buClr>
              <a:buSzPts val="4800"/>
              <a:buFont typeface="Figtree"/>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4" name="Google Shape;154;p5"/>
          <p:cNvSpPr txBox="1"/>
          <p:nvPr>
            <p:ph idx="1" type="subTitle"/>
          </p:nvPr>
        </p:nvSpPr>
        <p:spPr>
          <a:xfrm>
            <a:off x="2132013" y="5776913"/>
            <a:ext cx="7926387" cy="4619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SzPts val="2000"/>
              <a:buNone/>
              <a:defRPr sz="2000">
                <a:solidFill>
                  <a:schemeClr val="lt1"/>
                </a:solidFill>
              </a:defRPr>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SzPts val="1800"/>
              <a:buNone/>
              <a:defRPr sz="1800"/>
            </a:lvl3pPr>
            <a:lvl4pPr lvl="3" algn="ctr">
              <a:lnSpc>
                <a:spcPct val="90000"/>
              </a:lnSpc>
              <a:spcBef>
                <a:spcPts val="500"/>
              </a:spcBef>
              <a:spcAft>
                <a:spcPts val="0"/>
              </a:spcAft>
              <a:buSzPts val="1600"/>
              <a:buNone/>
              <a:defRPr sz="1600"/>
            </a:lvl4pPr>
            <a:lvl5pPr lvl="4" algn="ctr">
              <a:lnSpc>
                <a:spcPct val="9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55" name="Google Shape;155;p5"/>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5"/>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5"/>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700">
                <a:solidFill>
                  <a:schemeClr val="lt1"/>
                </a:solidFill>
                <a:latin typeface="Figtree"/>
                <a:ea typeface="Figtree"/>
                <a:cs typeface="Figtree"/>
                <a:sym typeface="Figtree"/>
              </a:defRPr>
            </a:lvl1pPr>
            <a:lvl2pPr indent="0" lvl="1" marL="0" algn="r">
              <a:spcBef>
                <a:spcPts val="0"/>
              </a:spcBef>
              <a:buNone/>
              <a:defRPr sz="700">
                <a:solidFill>
                  <a:schemeClr val="lt1"/>
                </a:solidFill>
                <a:latin typeface="Figtree"/>
                <a:ea typeface="Figtree"/>
                <a:cs typeface="Figtree"/>
                <a:sym typeface="Figtree"/>
              </a:defRPr>
            </a:lvl2pPr>
            <a:lvl3pPr indent="0" lvl="2" marL="0" algn="r">
              <a:spcBef>
                <a:spcPts val="0"/>
              </a:spcBef>
              <a:buNone/>
              <a:defRPr sz="700">
                <a:solidFill>
                  <a:schemeClr val="lt1"/>
                </a:solidFill>
                <a:latin typeface="Figtree"/>
                <a:ea typeface="Figtree"/>
                <a:cs typeface="Figtree"/>
                <a:sym typeface="Figtree"/>
              </a:defRPr>
            </a:lvl3pPr>
            <a:lvl4pPr indent="0" lvl="3" marL="0" algn="r">
              <a:spcBef>
                <a:spcPts val="0"/>
              </a:spcBef>
              <a:buNone/>
              <a:defRPr sz="700">
                <a:solidFill>
                  <a:schemeClr val="lt1"/>
                </a:solidFill>
                <a:latin typeface="Figtree"/>
                <a:ea typeface="Figtree"/>
                <a:cs typeface="Figtree"/>
                <a:sym typeface="Figtree"/>
              </a:defRPr>
            </a:lvl4pPr>
            <a:lvl5pPr indent="0" lvl="4" marL="0" algn="r">
              <a:spcBef>
                <a:spcPts val="0"/>
              </a:spcBef>
              <a:buNone/>
              <a:defRPr sz="700">
                <a:solidFill>
                  <a:schemeClr val="lt1"/>
                </a:solidFill>
                <a:latin typeface="Figtree"/>
                <a:ea typeface="Figtree"/>
                <a:cs typeface="Figtree"/>
                <a:sym typeface="Figtree"/>
              </a:defRPr>
            </a:lvl5pPr>
            <a:lvl6pPr indent="0" lvl="5" marL="0" algn="r">
              <a:spcBef>
                <a:spcPts val="0"/>
              </a:spcBef>
              <a:buNone/>
              <a:defRPr sz="700">
                <a:solidFill>
                  <a:schemeClr val="lt1"/>
                </a:solidFill>
                <a:latin typeface="Figtree"/>
                <a:ea typeface="Figtree"/>
                <a:cs typeface="Figtree"/>
                <a:sym typeface="Figtree"/>
              </a:defRPr>
            </a:lvl6pPr>
            <a:lvl7pPr indent="0" lvl="6" marL="0" algn="r">
              <a:spcBef>
                <a:spcPts val="0"/>
              </a:spcBef>
              <a:buNone/>
              <a:defRPr sz="700">
                <a:solidFill>
                  <a:schemeClr val="lt1"/>
                </a:solidFill>
                <a:latin typeface="Figtree"/>
                <a:ea typeface="Figtree"/>
                <a:cs typeface="Figtree"/>
                <a:sym typeface="Figtree"/>
              </a:defRPr>
            </a:lvl7pPr>
            <a:lvl8pPr indent="0" lvl="7" marL="0" algn="r">
              <a:spcBef>
                <a:spcPts val="0"/>
              </a:spcBef>
              <a:buNone/>
              <a:defRPr sz="700">
                <a:solidFill>
                  <a:schemeClr val="lt1"/>
                </a:solidFill>
                <a:latin typeface="Figtree"/>
                <a:ea typeface="Figtree"/>
                <a:cs typeface="Figtree"/>
                <a:sym typeface="Figtree"/>
              </a:defRPr>
            </a:lvl8pPr>
            <a:lvl9pPr indent="0" lvl="8" marL="0" algn="r">
              <a:spcBef>
                <a:spcPts val="0"/>
              </a:spcBef>
              <a:buNone/>
              <a:defRPr sz="700">
                <a:solidFill>
                  <a:schemeClr val="lt1"/>
                </a:solidFill>
                <a:latin typeface="Figtree"/>
                <a:ea typeface="Figtree"/>
                <a:cs typeface="Figtree"/>
                <a:sym typeface="Figtre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showMasterSp="0">
  <p:cSld name="Title, image">
    <p:bg>
      <p:bgPr>
        <a:blipFill>
          <a:blip r:embed="rId2">
            <a:alphaModFix/>
          </a:blip>
          <a:stretch>
            <a:fillRect/>
          </a:stretch>
        </a:blipFill>
      </p:bgPr>
    </p:bg>
    <p:spTree>
      <p:nvGrpSpPr>
        <p:cNvPr id="158" name="Shape 158"/>
        <p:cNvGrpSpPr/>
        <p:nvPr/>
      </p:nvGrpSpPr>
      <p:grpSpPr>
        <a:xfrm>
          <a:off x="0" y="0"/>
          <a:ext cx="0" cy="0"/>
          <a:chOff x="0" y="0"/>
          <a:chExt cx="0" cy="0"/>
        </a:xfrm>
      </p:grpSpPr>
      <p:sp>
        <p:nvSpPr>
          <p:cNvPr id="159" name="Google Shape;159;p6"/>
          <p:cNvSpPr/>
          <p:nvPr/>
        </p:nvSpPr>
        <p:spPr>
          <a:xfrm>
            <a:off x="0" y="0"/>
            <a:ext cx="12192000" cy="6858000"/>
          </a:xfrm>
          <a:prstGeom prst="rect">
            <a:avLst/>
          </a:prstGeom>
          <a:solidFill>
            <a:schemeClr val="dk1">
              <a:alpha val="3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pic>
        <p:nvPicPr>
          <p:cNvPr id="160" name="Google Shape;160;p6"/>
          <p:cNvPicPr preferRelativeResize="0"/>
          <p:nvPr/>
        </p:nvPicPr>
        <p:blipFill rotWithShape="1">
          <a:blip r:embed="rId3">
            <a:alphaModFix/>
          </a:blip>
          <a:srcRect b="0" l="0" r="0" t="0"/>
          <a:stretch/>
        </p:blipFill>
        <p:spPr>
          <a:xfrm>
            <a:off x="5213011" y="998292"/>
            <a:ext cx="1764387" cy="1974432"/>
          </a:xfrm>
          <a:prstGeom prst="rect">
            <a:avLst/>
          </a:prstGeom>
          <a:noFill/>
          <a:ln>
            <a:noFill/>
          </a:ln>
        </p:spPr>
      </p:pic>
      <p:sp>
        <p:nvSpPr>
          <p:cNvPr id="161" name="Google Shape;161;p6"/>
          <p:cNvSpPr txBox="1"/>
          <p:nvPr>
            <p:ph type="ctrTitle"/>
          </p:nvPr>
        </p:nvSpPr>
        <p:spPr>
          <a:xfrm>
            <a:off x="1695853" y="3571875"/>
            <a:ext cx="8798701" cy="1654175"/>
          </a:xfrm>
          <a:prstGeom prst="rect">
            <a:avLst/>
          </a:prstGeom>
          <a:noFill/>
          <a:ln>
            <a:noFill/>
          </a:ln>
        </p:spPr>
        <p:txBody>
          <a:bodyPr anchorCtr="0" anchor="ctr" bIns="45700" lIns="91425" spcFirstLastPara="1" rIns="91425" wrap="square" tIns="108000">
            <a:noAutofit/>
          </a:bodyPr>
          <a:lstStyle>
            <a:lvl1pPr lvl="0" algn="ctr">
              <a:lnSpc>
                <a:spcPct val="90000"/>
              </a:lnSpc>
              <a:spcBef>
                <a:spcPts val="0"/>
              </a:spcBef>
              <a:spcAft>
                <a:spcPts val="0"/>
              </a:spcAft>
              <a:buClr>
                <a:schemeClr val="lt1"/>
              </a:buClr>
              <a:buSzPts val="4800"/>
              <a:buFont typeface="Figtree"/>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2" name="Google Shape;162;p6"/>
          <p:cNvSpPr txBox="1"/>
          <p:nvPr>
            <p:ph idx="1" type="subTitle"/>
          </p:nvPr>
        </p:nvSpPr>
        <p:spPr>
          <a:xfrm>
            <a:off x="2132013" y="5776913"/>
            <a:ext cx="7926387" cy="4619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SzPts val="2000"/>
              <a:buNone/>
              <a:defRPr sz="2000">
                <a:solidFill>
                  <a:schemeClr val="lt1"/>
                </a:solidFill>
              </a:defRPr>
            </a:lvl1pPr>
            <a:lvl2pPr lvl="1" algn="ctr">
              <a:lnSpc>
                <a:spcPct val="90000"/>
              </a:lnSpc>
              <a:spcBef>
                <a:spcPts val="500"/>
              </a:spcBef>
              <a:spcAft>
                <a:spcPts val="0"/>
              </a:spcAft>
              <a:buSzPts val="2000"/>
              <a:buNone/>
              <a:defRPr sz="2000"/>
            </a:lvl2pPr>
            <a:lvl3pPr lvl="2" algn="ctr">
              <a:lnSpc>
                <a:spcPct val="90000"/>
              </a:lnSpc>
              <a:spcBef>
                <a:spcPts val="500"/>
              </a:spcBef>
              <a:spcAft>
                <a:spcPts val="0"/>
              </a:spcAft>
              <a:buSzPts val="1800"/>
              <a:buNone/>
              <a:defRPr sz="1800"/>
            </a:lvl3pPr>
            <a:lvl4pPr lvl="3" algn="ctr">
              <a:lnSpc>
                <a:spcPct val="90000"/>
              </a:lnSpc>
              <a:spcBef>
                <a:spcPts val="500"/>
              </a:spcBef>
              <a:spcAft>
                <a:spcPts val="0"/>
              </a:spcAft>
              <a:buSzPts val="1600"/>
              <a:buNone/>
              <a:defRPr sz="1600"/>
            </a:lvl4pPr>
            <a:lvl5pPr lvl="4" algn="ctr">
              <a:lnSpc>
                <a:spcPct val="9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63" name="Google Shape;163;p6"/>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p6"/>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6"/>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700">
                <a:solidFill>
                  <a:schemeClr val="lt1"/>
                </a:solidFill>
                <a:latin typeface="Figtree"/>
                <a:ea typeface="Figtree"/>
                <a:cs typeface="Figtree"/>
                <a:sym typeface="Figtree"/>
              </a:defRPr>
            </a:lvl1pPr>
            <a:lvl2pPr indent="0" lvl="1" marL="0" algn="r">
              <a:spcBef>
                <a:spcPts val="0"/>
              </a:spcBef>
              <a:buNone/>
              <a:defRPr sz="700">
                <a:solidFill>
                  <a:schemeClr val="lt1"/>
                </a:solidFill>
                <a:latin typeface="Figtree"/>
                <a:ea typeface="Figtree"/>
                <a:cs typeface="Figtree"/>
                <a:sym typeface="Figtree"/>
              </a:defRPr>
            </a:lvl2pPr>
            <a:lvl3pPr indent="0" lvl="2" marL="0" algn="r">
              <a:spcBef>
                <a:spcPts val="0"/>
              </a:spcBef>
              <a:buNone/>
              <a:defRPr sz="700">
                <a:solidFill>
                  <a:schemeClr val="lt1"/>
                </a:solidFill>
                <a:latin typeface="Figtree"/>
                <a:ea typeface="Figtree"/>
                <a:cs typeface="Figtree"/>
                <a:sym typeface="Figtree"/>
              </a:defRPr>
            </a:lvl3pPr>
            <a:lvl4pPr indent="0" lvl="3" marL="0" algn="r">
              <a:spcBef>
                <a:spcPts val="0"/>
              </a:spcBef>
              <a:buNone/>
              <a:defRPr sz="700">
                <a:solidFill>
                  <a:schemeClr val="lt1"/>
                </a:solidFill>
                <a:latin typeface="Figtree"/>
                <a:ea typeface="Figtree"/>
                <a:cs typeface="Figtree"/>
                <a:sym typeface="Figtree"/>
              </a:defRPr>
            </a:lvl4pPr>
            <a:lvl5pPr indent="0" lvl="4" marL="0" algn="r">
              <a:spcBef>
                <a:spcPts val="0"/>
              </a:spcBef>
              <a:buNone/>
              <a:defRPr sz="700">
                <a:solidFill>
                  <a:schemeClr val="lt1"/>
                </a:solidFill>
                <a:latin typeface="Figtree"/>
                <a:ea typeface="Figtree"/>
                <a:cs typeface="Figtree"/>
                <a:sym typeface="Figtree"/>
              </a:defRPr>
            </a:lvl5pPr>
            <a:lvl6pPr indent="0" lvl="5" marL="0" algn="r">
              <a:spcBef>
                <a:spcPts val="0"/>
              </a:spcBef>
              <a:buNone/>
              <a:defRPr sz="700">
                <a:solidFill>
                  <a:schemeClr val="lt1"/>
                </a:solidFill>
                <a:latin typeface="Figtree"/>
                <a:ea typeface="Figtree"/>
                <a:cs typeface="Figtree"/>
                <a:sym typeface="Figtree"/>
              </a:defRPr>
            </a:lvl6pPr>
            <a:lvl7pPr indent="0" lvl="6" marL="0" algn="r">
              <a:spcBef>
                <a:spcPts val="0"/>
              </a:spcBef>
              <a:buNone/>
              <a:defRPr sz="700">
                <a:solidFill>
                  <a:schemeClr val="lt1"/>
                </a:solidFill>
                <a:latin typeface="Figtree"/>
                <a:ea typeface="Figtree"/>
                <a:cs typeface="Figtree"/>
                <a:sym typeface="Figtree"/>
              </a:defRPr>
            </a:lvl7pPr>
            <a:lvl8pPr indent="0" lvl="7" marL="0" algn="r">
              <a:spcBef>
                <a:spcPts val="0"/>
              </a:spcBef>
              <a:buNone/>
              <a:defRPr sz="700">
                <a:solidFill>
                  <a:schemeClr val="lt1"/>
                </a:solidFill>
                <a:latin typeface="Figtree"/>
                <a:ea typeface="Figtree"/>
                <a:cs typeface="Figtree"/>
                <a:sym typeface="Figtree"/>
              </a:defRPr>
            </a:lvl8pPr>
            <a:lvl9pPr indent="0" lvl="8" marL="0" algn="r">
              <a:spcBef>
                <a:spcPts val="0"/>
              </a:spcBef>
              <a:buNone/>
              <a:defRPr sz="700">
                <a:solidFill>
                  <a:schemeClr val="lt1"/>
                </a:solidFill>
                <a:latin typeface="Figtree"/>
                <a:ea typeface="Figtree"/>
                <a:cs typeface="Figtree"/>
                <a:sym typeface="Figtree"/>
              </a:defRPr>
            </a:lvl9pPr>
          </a:lstStyle>
          <a:p>
            <a:pPr indent="0" lvl="0" marL="0" rtl="0" algn="r">
              <a:spcBef>
                <a:spcPts val="0"/>
              </a:spcBef>
              <a:spcAft>
                <a:spcPts val="0"/>
              </a:spcAft>
              <a:buNone/>
            </a:pPr>
            <a:fld id="{00000000-1234-1234-1234-123412341234}" type="slidenum">
              <a:rPr lang="en-US"/>
              <a:t>‹#›</a:t>
            </a:fld>
            <a:endParaRPr/>
          </a:p>
        </p:txBody>
      </p:sp>
      <p:sp>
        <p:nvSpPr>
          <p:cNvPr id="166" name="Google Shape;166;p6"/>
          <p:cNvSpPr/>
          <p:nvPr/>
        </p:nvSpPr>
        <p:spPr>
          <a:xfrm>
            <a:off x="12496799" y="0"/>
            <a:ext cx="2209799" cy="2405100"/>
          </a:xfrm>
          <a:prstGeom prst="rect">
            <a:avLst/>
          </a:prstGeom>
          <a:solidFill>
            <a:schemeClr val="accent1"/>
          </a:solidFill>
          <a:ln>
            <a:noFill/>
          </a:ln>
        </p:spPr>
        <p:txBody>
          <a:bodyPr anchorCtr="0" anchor="t" bIns="180000" lIns="180000" spcFirstLastPara="1" rIns="180000" wrap="square" tIns="180000">
            <a:noAutofit/>
          </a:bodyPr>
          <a:lstStyle/>
          <a:p>
            <a:pPr indent="0" lvl="0" marL="0" marR="0" rtl="0" algn="l">
              <a:spcBef>
                <a:spcPts val="0"/>
              </a:spcBef>
              <a:spcAft>
                <a:spcPts val="0"/>
              </a:spcAft>
              <a:buNone/>
            </a:pPr>
            <a:r>
              <a:rPr lang="en-US" sz="1100">
                <a:solidFill>
                  <a:schemeClr val="lt1"/>
                </a:solidFill>
                <a:latin typeface="Figtree"/>
                <a:ea typeface="Figtree"/>
                <a:cs typeface="Figtree"/>
                <a:sym typeface="Figtree"/>
              </a:rPr>
              <a:t>Change background image</a:t>
            </a:r>
            <a:endParaRPr/>
          </a:p>
          <a:p>
            <a:pPr indent="-162900" lvl="0" marL="162900" marR="0" rtl="0" algn="l">
              <a:spcBef>
                <a:spcPts val="800"/>
              </a:spcBef>
              <a:spcAft>
                <a:spcPts val="0"/>
              </a:spcAft>
              <a:buClr>
                <a:schemeClr val="lt1"/>
              </a:buClr>
              <a:buSzPts val="1000"/>
              <a:buFont typeface="Figtree"/>
              <a:buAutoNum type="arabicPeriod"/>
            </a:pPr>
            <a:r>
              <a:rPr lang="en-US" sz="1000">
                <a:solidFill>
                  <a:schemeClr val="lt1"/>
                </a:solidFill>
                <a:latin typeface="Figtree"/>
                <a:ea typeface="Figtree"/>
                <a:cs typeface="Figtree"/>
                <a:sym typeface="Figtree"/>
              </a:rPr>
              <a:t>Select Design &gt; Format Background.</a:t>
            </a:r>
            <a:endParaRPr/>
          </a:p>
          <a:p>
            <a:pPr indent="-162900" lvl="0" marL="162900" marR="0" rtl="0" algn="l">
              <a:spcBef>
                <a:spcPts val="600"/>
              </a:spcBef>
              <a:spcAft>
                <a:spcPts val="0"/>
              </a:spcAft>
              <a:buClr>
                <a:schemeClr val="lt1"/>
              </a:buClr>
              <a:buSzPts val="1000"/>
              <a:buFont typeface="Figtree"/>
              <a:buAutoNum type="arabicPeriod"/>
            </a:pPr>
            <a:r>
              <a:rPr lang="en-US" sz="1000">
                <a:solidFill>
                  <a:schemeClr val="lt1"/>
                </a:solidFill>
                <a:latin typeface="Figtree"/>
                <a:ea typeface="Figtree"/>
                <a:cs typeface="Figtree"/>
                <a:sym typeface="Figtree"/>
              </a:rPr>
              <a:t>In the Format Background pane, select Picture or texture fill.</a:t>
            </a:r>
            <a:endParaRPr/>
          </a:p>
          <a:p>
            <a:pPr indent="-162900" lvl="0" marL="162900" marR="0" rtl="0" algn="l">
              <a:spcBef>
                <a:spcPts val="600"/>
              </a:spcBef>
              <a:spcAft>
                <a:spcPts val="0"/>
              </a:spcAft>
              <a:buClr>
                <a:schemeClr val="lt1"/>
              </a:buClr>
              <a:buSzPts val="1000"/>
              <a:buFont typeface="Figtree"/>
              <a:buAutoNum type="arabicPeriod"/>
            </a:pPr>
            <a:r>
              <a:rPr lang="en-US" sz="1000">
                <a:solidFill>
                  <a:schemeClr val="lt1"/>
                </a:solidFill>
                <a:latin typeface="Figtree"/>
                <a:ea typeface="Figtree"/>
                <a:cs typeface="Figtree"/>
                <a:sym typeface="Figtree"/>
              </a:rPr>
              <a:t>Select File.</a:t>
            </a:r>
            <a:endParaRPr/>
          </a:p>
          <a:p>
            <a:pPr indent="-162900" lvl="0" marL="162900" marR="0" rtl="0" algn="l">
              <a:spcBef>
                <a:spcPts val="600"/>
              </a:spcBef>
              <a:spcAft>
                <a:spcPts val="0"/>
              </a:spcAft>
              <a:buClr>
                <a:schemeClr val="lt1"/>
              </a:buClr>
              <a:buSzPts val="1000"/>
              <a:buFont typeface="Figtree"/>
              <a:buAutoNum type="arabicPeriod"/>
            </a:pPr>
            <a:r>
              <a:rPr lang="en-US" sz="1000">
                <a:solidFill>
                  <a:schemeClr val="lt1"/>
                </a:solidFill>
                <a:latin typeface="Figtree"/>
                <a:ea typeface="Figtree"/>
                <a:cs typeface="Figtree"/>
                <a:sym typeface="Figtree"/>
              </a:rPr>
              <a:t>In the Insert Picture dialog box, choose the picture you want to use and then select Insert.</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chapter, light blue" type="secHead">
  <p:cSld name="SECTION_HEADER">
    <p:bg>
      <p:bgPr>
        <a:solidFill>
          <a:schemeClr val="accent4"/>
        </a:solidFill>
      </p:bgPr>
    </p:bg>
    <p:spTree>
      <p:nvGrpSpPr>
        <p:cNvPr id="167" name="Shape 167"/>
        <p:cNvGrpSpPr/>
        <p:nvPr/>
      </p:nvGrpSpPr>
      <p:grpSpPr>
        <a:xfrm>
          <a:off x="0" y="0"/>
          <a:ext cx="0" cy="0"/>
          <a:chOff x="0" y="0"/>
          <a:chExt cx="0" cy="0"/>
        </a:xfrm>
      </p:grpSpPr>
      <p:pic>
        <p:nvPicPr>
          <p:cNvPr id="168" name="Google Shape;168;p7"/>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69" name="Google Shape;169;p7"/>
          <p:cNvSpPr txBox="1"/>
          <p:nvPr>
            <p:ph type="title"/>
          </p:nvPr>
        </p:nvSpPr>
        <p:spPr>
          <a:xfrm>
            <a:off x="600074" y="2218797"/>
            <a:ext cx="7218363" cy="2852737"/>
          </a:xfrm>
          <a:prstGeom prst="rect">
            <a:avLst/>
          </a:prstGeom>
          <a:noFill/>
          <a:ln>
            <a:noFill/>
          </a:ln>
        </p:spPr>
        <p:txBody>
          <a:bodyPr anchorCtr="0" anchor="b" bIns="45700" lIns="91425" spcFirstLastPara="1" rIns="91425" wrap="square" tIns="108000">
            <a:noAutofit/>
          </a:bodyPr>
          <a:lstStyle>
            <a:lvl1pPr lvl="0" algn="l">
              <a:lnSpc>
                <a:spcPct val="90000"/>
              </a:lnSpc>
              <a:spcBef>
                <a:spcPts val="0"/>
              </a:spcBef>
              <a:spcAft>
                <a:spcPts val="0"/>
              </a:spcAft>
              <a:buClr>
                <a:schemeClr val="dk2"/>
              </a:buClr>
              <a:buSzPts val="6000"/>
              <a:buFont typeface="Figtree"/>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0" name="Google Shape;170;p7"/>
          <p:cNvSpPr txBox="1"/>
          <p:nvPr>
            <p:ph idx="1" type="body"/>
          </p:nvPr>
        </p:nvSpPr>
        <p:spPr>
          <a:xfrm>
            <a:off x="600074" y="5226050"/>
            <a:ext cx="7218363" cy="8636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SzPts val="2400"/>
              <a:buNone/>
              <a:defRPr sz="2400">
                <a:solidFill>
                  <a:schemeClr val="accent1"/>
                </a:solidFill>
              </a:defRPr>
            </a:lvl1pPr>
            <a:lvl2pPr indent="-228600" lvl="1" marL="914400" algn="l">
              <a:lnSpc>
                <a:spcPct val="90000"/>
              </a:lnSpc>
              <a:spcBef>
                <a:spcPts val="500"/>
              </a:spcBef>
              <a:spcAft>
                <a:spcPts val="0"/>
              </a:spcAft>
              <a:buSzPts val="2000"/>
              <a:buNone/>
              <a:defRPr sz="2000">
                <a:solidFill>
                  <a:srgbClr val="888888"/>
                </a:solidFill>
              </a:defRPr>
            </a:lvl2pPr>
            <a:lvl3pPr indent="-228600" lvl="2" marL="1371600" algn="l">
              <a:lnSpc>
                <a:spcPct val="90000"/>
              </a:lnSpc>
              <a:spcBef>
                <a:spcPts val="500"/>
              </a:spcBef>
              <a:spcAft>
                <a:spcPts val="0"/>
              </a:spcAft>
              <a:buSzPts val="1800"/>
              <a:buNone/>
              <a:defRPr sz="1800">
                <a:solidFill>
                  <a:srgbClr val="888888"/>
                </a:solidFill>
              </a:defRPr>
            </a:lvl3pPr>
            <a:lvl4pPr indent="-228600" lvl="3" marL="1828800" algn="l">
              <a:lnSpc>
                <a:spcPct val="90000"/>
              </a:lnSpc>
              <a:spcBef>
                <a:spcPts val="500"/>
              </a:spcBef>
              <a:spcAft>
                <a:spcPts val="0"/>
              </a:spcAft>
              <a:buSzPts val="1600"/>
              <a:buNone/>
              <a:defRPr sz="1600">
                <a:solidFill>
                  <a:srgbClr val="888888"/>
                </a:solidFill>
              </a:defRPr>
            </a:lvl4pPr>
            <a:lvl5pPr indent="-228600" lvl="4" marL="2286000" algn="l">
              <a:lnSpc>
                <a:spcPct val="90000"/>
              </a:lnSpc>
              <a:spcBef>
                <a:spcPts val="500"/>
              </a:spcBef>
              <a:spcAft>
                <a:spcPts val="0"/>
              </a:spcAft>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71" name="Google Shape;171;p7"/>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2" name="Google Shape;172;p7"/>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3" name="Google Shape;173;p7"/>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chapter, image, light blue">
  <p:cSld name="Title/chapter, image, light blue">
    <p:bg>
      <p:bgPr>
        <a:solidFill>
          <a:schemeClr val="accent4"/>
        </a:solidFill>
      </p:bgPr>
    </p:bg>
    <p:spTree>
      <p:nvGrpSpPr>
        <p:cNvPr id="174" name="Shape 174"/>
        <p:cNvGrpSpPr/>
        <p:nvPr/>
      </p:nvGrpSpPr>
      <p:grpSpPr>
        <a:xfrm>
          <a:off x="0" y="0"/>
          <a:ext cx="0" cy="0"/>
          <a:chOff x="0" y="0"/>
          <a:chExt cx="0" cy="0"/>
        </a:xfrm>
      </p:grpSpPr>
      <p:sp>
        <p:nvSpPr>
          <p:cNvPr id="175" name="Google Shape;175;p8"/>
          <p:cNvSpPr txBox="1"/>
          <p:nvPr>
            <p:ph type="title"/>
          </p:nvPr>
        </p:nvSpPr>
        <p:spPr>
          <a:xfrm>
            <a:off x="600074" y="2218797"/>
            <a:ext cx="5314951" cy="2852737"/>
          </a:xfrm>
          <a:prstGeom prst="rect">
            <a:avLst/>
          </a:prstGeom>
          <a:noFill/>
          <a:ln>
            <a:noFill/>
          </a:ln>
        </p:spPr>
        <p:txBody>
          <a:bodyPr anchorCtr="0" anchor="b" bIns="45700" lIns="91425" spcFirstLastPara="1" rIns="91425" wrap="square" tIns="108000">
            <a:noAutofit/>
          </a:bodyPr>
          <a:lstStyle>
            <a:lvl1pPr lvl="0" algn="l">
              <a:lnSpc>
                <a:spcPct val="90000"/>
              </a:lnSpc>
              <a:spcBef>
                <a:spcPts val="0"/>
              </a:spcBef>
              <a:spcAft>
                <a:spcPts val="0"/>
              </a:spcAft>
              <a:buClr>
                <a:schemeClr val="dk2"/>
              </a:buClr>
              <a:buSzPts val="5400"/>
              <a:buFont typeface="Figtree"/>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6" name="Google Shape;176;p8"/>
          <p:cNvSpPr txBox="1"/>
          <p:nvPr>
            <p:ph idx="1" type="body"/>
          </p:nvPr>
        </p:nvSpPr>
        <p:spPr>
          <a:xfrm>
            <a:off x="600074" y="5226050"/>
            <a:ext cx="5314951" cy="8636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SzPts val="2000"/>
              <a:buNone/>
              <a:defRPr sz="2000">
                <a:solidFill>
                  <a:schemeClr val="accent1"/>
                </a:solidFill>
              </a:defRPr>
            </a:lvl1pPr>
            <a:lvl2pPr indent="-228600" lvl="1" marL="914400" algn="l">
              <a:lnSpc>
                <a:spcPct val="90000"/>
              </a:lnSpc>
              <a:spcBef>
                <a:spcPts val="500"/>
              </a:spcBef>
              <a:spcAft>
                <a:spcPts val="0"/>
              </a:spcAft>
              <a:buSzPts val="2000"/>
              <a:buNone/>
              <a:defRPr sz="2000">
                <a:solidFill>
                  <a:srgbClr val="888888"/>
                </a:solidFill>
              </a:defRPr>
            </a:lvl2pPr>
            <a:lvl3pPr indent="-228600" lvl="2" marL="1371600" algn="l">
              <a:lnSpc>
                <a:spcPct val="90000"/>
              </a:lnSpc>
              <a:spcBef>
                <a:spcPts val="500"/>
              </a:spcBef>
              <a:spcAft>
                <a:spcPts val="0"/>
              </a:spcAft>
              <a:buSzPts val="1800"/>
              <a:buNone/>
              <a:defRPr sz="1800">
                <a:solidFill>
                  <a:srgbClr val="888888"/>
                </a:solidFill>
              </a:defRPr>
            </a:lvl3pPr>
            <a:lvl4pPr indent="-228600" lvl="3" marL="1828800" algn="l">
              <a:lnSpc>
                <a:spcPct val="90000"/>
              </a:lnSpc>
              <a:spcBef>
                <a:spcPts val="500"/>
              </a:spcBef>
              <a:spcAft>
                <a:spcPts val="0"/>
              </a:spcAft>
              <a:buSzPts val="1600"/>
              <a:buNone/>
              <a:defRPr sz="1600">
                <a:solidFill>
                  <a:srgbClr val="888888"/>
                </a:solidFill>
              </a:defRPr>
            </a:lvl4pPr>
            <a:lvl5pPr indent="-228600" lvl="4" marL="2286000" algn="l">
              <a:lnSpc>
                <a:spcPct val="90000"/>
              </a:lnSpc>
              <a:spcBef>
                <a:spcPts val="500"/>
              </a:spcBef>
              <a:spcAft>
                <a:spcPts val="0"/>
              </a:spcAft>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77" name="Google Shape;177;p8"/>
          <p:cNvSpPr/>
          <p:nvPr>
            <p:ph idx="2" type="pic"/>
          </p:nvPr>
        </p:nvSpPr>
        <p:spPr>
          <a:xfrm>
            <a:off x="6096000" y="0"/>
            <a:ext cx="6096000" cy="6858000"/>
          </a:xfrm>
          <a:prstGeom prst="rect">
            <a:avLst/>
          </a:prstGeom>
          <a:noFill/>
          <a:ln>
            <a:noFill/>
          </a:ln>
        </p:spPr>
      </p:sp>
      <p:sp>
        <p:nvSpPr>
          <p:cNvPr id="178" name="Google Shape;178;p8"/>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9" name="Google Shape;179;p8"/>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0" name="Google Shape;180;p8"/>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chapter, sand">
  <p:cSld name="Title/chapter, sand">
    <p:bg>
      <p:bgPr>
        <a:solidFill>
          <a:schemeClr val="lt2"/>
        </a:solidFill>
      </p:bgPr>
    </p:bg>
    <p:spTree>
      <p:nvGrpSpPr>
        <p:cNvPr id="181" name="Shape 181"/>
        <p:cNvGrpSpPr/>
        <p:nvPr/>
      </p:nvGrpSpPr>
      <p:grpSpPr>
        <a:xfrm>
          <a:off x="0" y="0"/>
          <a:ext cx="0" cy="0"/>
          <a:chOff x="0" y="0"/>
          <a:chExt cx="0" cy="0"/>
        </a:xfrm>
      </p:grpSpPr>
      <p:pic>
        <p:nvPicPr>
          <p:cNvPr id="182" name="Google Shape;182;p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83" name="Google Shape;183;p9"/>
          <p:cNvSpPr txBox="1"/>
          <p:nvPr>
            <p:ph type="title"/>
          </p:nvPr>
        </p:nvSpPr>
        <p:spPr>
          <a:xfrm>
            <a:off x="600074" y="2218797"/>
            <a:ext cx="7218363" cy="2852737"/>
          </a:xfrm>
          <a:prstGeom prst="rect">
            <a:avLst/>
          </a:prstGeom>
          <a:noFill/>
          <a:ln>
            <a:noFill/>
          </a:ln>
        </p:spPr>
        <p:txBody>
          <a:bodyPr anchorCtr="0" anchor="b" bIns="45700" lIns="91425" spcFirstLastPara="1" rIns="91425" wrap="square" tIns="108000">
            <a:noAutofit/>
          </a:bodyPr>
          <a:lstStyle>
            <a:lvl1pPr lvl="0" algn="l">
              <a:lnSpc>
                <a:spcPct val="90000"/>
              </a:lnSpc>
              <a:spcBef>
                <a:spcPts val="0"/>
              </a:spcBef>
              <a:spcAft>
                <a:spcPts val="0"/>
              </a:spcAft>
              <a:buClr>
                <a:schemeClr val="dk2"/>
              </a:buClr>
              <a:buSzPts val="6000"/>
              <a:buFont typeface="Figtree"/>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4" name="Google Shape;184;p9"/>
          <p:cNvSpPr txBox="1"/>
          <p:nvPr>
            <p:ph idx="1" type="body"/>
          </p:nvPr>
        </p:nvSpPr>
        <p:spPr>
          <a:xfrm>
            <a:off x="600074" y="5226050"/>
            <a:ext cx="7218363" cy="8636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SzPts val="2400"/>
              <a:buNone/>
              <a:defRPr sz="2400">
                <a:solidFill>
                  <a:schemeClr val="accent1"/>
                </a:solidFill>
              </a:defRPr>
            </a:lvl1pPr>
            <a:lvl2pPr indent="-228600" lvl="1" marL="914400" algn="l">
              <a:lnSpc>
                <a:spcPct val="90000"/>
              </a:lnSpc>
              <a:spcBef>
                <a:spcPts val="500"/>
              </a:spcBef>
              <a:spcAft>
                <a:spcPts val="0"/>
              </a:spcAft>
              <a:buSzPts val="2000"/>
              <a:buNone/>
              <a:defRPr sz="2000">
                <a:solidFill>
                  <a:srgbClr val="888888"/>
                </a:solidFill>
              </a:defRPr>
            </a:lvl2pPr>
            <a:lvl3pPr indent="-228600" lvl="2" marL="1371600" algn="l">
              <a:lnSpc>
                <a:spcPct val="90000"/>
              </a:lnSpc>
              <a:spcBef>
                <a:spcPts val="500"/>
              </a:spcBef>
              <a:spcAft>
                <a:spcPts val="0"/>
              </a:spcAft>
              <a:buSzPts val="1800"/>
              <a:buNone/>
              <a:defRPr sz="1800">
                <a:solidFill>
                  <a:srgbClr val="888888"/>
                </a:solidFill>
              </a:defRPr>
            </a:lvl3pPr>
            <a:lvl4pPr indent="-228600" lvl="3" marL="1828800" algn="l">
              <a:lnSpc>
                <a:spcPct val="90000"/>
              </a:lnSpc>
              <a:spcBef>
                <a:spcPts val="500"/>
              </a:spcBef>
              <a:spcAft>
                <a:spcPts val="0"/>
              </a:spcAft>
              <a:buSzPts val="1600"/>
              <a:buNone/>
              <a:defRPr sz="1600">
                <a:solidFill>
                  <a:srgbClr val="888888"/>
                </a:solidFill>
              </a:defRPr>
            </a:lvl4pPr>
            <a:lvl5pPr indent="-228600" lvl="4" marL="2286000" algn="l">
              <a:lnSpc>
                <a:spcPct val="90000"/>
              </a:lnSpc>
              <a:spcBef>
                <a:spcPts val="500"/>
              </a:spcBef>
              <a:spcAft>
                <a:spcPts val="0"/>
              </a:spcAft>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85" name="Google Shape;185;p9"/>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6" name="Google Shape;186;p9"/>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9"/>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chapter, image, sand">
  <p:cSld name="Title/chapter, image, sand">
    <p:bg>
      <p:bgPr>
        <a:solidFill>
          <a:schemeClr val="lt2"/>
        </a:solidFill>
      </p:bgPr>
    </p:bg>
    <p:spTree>
      <p:nvGrpSpPr>
        <p:cNvPr id="188" name="Shape 188"/>
        <p:cNvGrpSpPr/>
        <p:nvPr/>
      </p:nvGrpSpPr>
      <p:grpSpPr>
        <a:xfrm>
          <a:off x="0" y="0"/>
          <a:ext cx="0" cy="0"/>
          <a:chOff x="0" y="0"/>
          <a:chExt cx="0" cy="0"/>
        </a:xfrm>
      </p:grpSpPr>
      <p:sp>
        <p:nvSpPr>
          <p:cNvPr id="189" name="Google Shape;189;p10"/>
          <p:cNvSpPr txBox="1"/>
          <p:nvPr>
            <p:ph type="title"/>
          </p:nvPr>
        </p:nvSpPr>
        <p:spPr>
          <a:xfrm>
            <a:off x="600074" y="2218797"/>
            <a:ext cx="5314951" cy="2852737"/>
          </a:xfrm>
          <a:prstGeom prst="rect">
            <a:avLst/>
          </a:prstGeom>
          <a:noFill/>
          <a:ln>
            <a:noFill/>
          </a:ln>
        </p:spPr>
        <p:txBody>
          <a:bodyPr anchorCtr="0" anchor="b" bIns="45700" lIns="91425" spcFirstLastPara="1" rIns="91425" wrap="square" tIns="108000">
            <a:noAutofit/>
          </a:bodyPr>
          <a:lstStyle>
            <a:lvl1pPr lvl="0" algn="l">
              <a:lnSpc>
                <a:spcPct val="90000"/>
              </a:lnSpc>
              <a:spcBef>
                <a:spcPts val="0"/>
              </a:spcBef>
              <a:spcAft>
                <a:spcPts val="0"/>
              </a:spcAft>
              <a:buClr>
                <a:schemeClr val="dk2"/>
              </a:buClr>
              <a:buSzPts val="5400"/>
              <a:buFont typeface="Figtree"/>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0" name="Google Shape;190;p10"/>
          <p:cNvSpPr txBox="1"/>
          <p:nvPr>
            <p:ph idx="1" type="body"/>
          </p:nvPr>
        </p:nvSpPr>
        <p:spPr>
          <a:xfrm>
            <a:off x="600074" y="5226050"/>
            <a:ext cx="5314951" cy="8636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SzPts val="2000"/>
              <a:buNone/>
              <a:defRPr sz="2000">
                <a:solidFill>
                  <a:schemeClr val="accent1"/>
                </a:solidFill>
              </a:defRPr>
            </a:lvl1pPr>
            <a:lvl2pPr indent="-228600" lvl="1" marL="914400" algn="l">
              <a:lnSpc>
                <a:spcPct val="90000"/>
              </a:lnSpc>
              <a:spcBef>
                <a:spcPts val="500"/>
              </a:spcBef>
              <a:spcAft>
                <a:spcPts val="0"/>
              </a:spcAft>
              <a:buSzPts val="2000"/>
              <a:buNone/>
              <a:defRPr sz="2000">
                <a:solidFill>
                  <a:srgbClr val="888888"/>
                </a:solidFill>
              </a:defRPr>
            </a:lvl2pPr>
            <a:lvl3pPr indent="-228600" lvl="2" marL="1371600" algn="l">
              <a:lnSpc>
                <a:spcPct val="90000"/>
              </a:lnSpc>
              <a:spcBef>
                <a:spcPts val="500"/>
              </a:spcBef>
              <a:spcAft>
                <a:spcPts val="0"/>
              </a:spcAft>
              <a:buSzPts val="1800"/>
              <a:buNone/>
              <a:defRPr sz="1800">
                <a:solidFill>
                  <a:srgbClr val="888888"/>
                </a:solidFill>
              </a:defRPr>
            </a:lvl3pPr>
            <a:lvl4pPr indent="-228600" lvl="3" marL="1828800" algn="l">
              <a:lnSpc>
                <a:spcPct val="90000"/>
              </a:lnSpc>
              <a:spcBef>
                <a:spcPts val="500"/>
              </a:spcBef>
              <a:spcAft>
                <a:spcPts val="0"/>
              </a:spcAft>
              <a:buSzPts val="1600"/>
              <a:buNone/>
              <a:defRPr sz="1600">
                <a:solidFill>
                  <a:srgbClr val="888888"/>
                </a:solidFill>
              </a:defRPr>
            </a:lvl4pPr>
            <a:lvl5pPr indent="-228600" lvl="4" marL="2286000" algn="l">
              <a:lnSpc>
                <a:spcPct val="90000"/>
              </a:lnSpc>
              <a:spcBef>
                <a:spcPts val="500"/>
              </a:spcBef>
              <a:spcAft>
                <a:spcPts val="0"/>
              </a:spcAft>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91" name="Google Shape;191;p10"/>
          <p:cNvSpPr/>
          <p:nvPr>
            <p:ph idx="2" type="pic"/>
          </p:nvPr>
        </p:nvSpPr>
        <p:spPr>
          <a:xfrm>
            <a:off x="6096000" y="0"/>
            <a:ext cx="6096000" cy="6858000"/>
          </a:xfrm>
          <a:prstGeom prst="rect">
            <a:avLst/>
          </a:prstGeom>
          <a:noFill/>
          <a:ln>
            <a:noFill/>
          </a:ln>
        </p:spPr>
      </p:sp>
      <p:sp>
        <p:nvSpPr>
          <p:cNvPr id="192" name="Google Shape;192;p10"/>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93" name="Google Shape;193;p10"/>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4" name="Google Shape;194;p10"/>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chapter, KTH blue" showMasterSp="0">
  <p:cSld name="Title/chapter, KTH blue">
    <p:bg>
      <p:bgPr>
        <a:solidFill>
          <a:schemeClr val="accent1"/>
        </a:solidFill>
      </p:bgPr>
    </p:bg>
    <p:spTree>
      <p:nvGrpSpPr>
        <p:cNvPr id="195" name="Shape 195"/>
        <p:cNvGrpSpPr/>
        <p:nvPr/>
      </p:nvGrpSpPr>
      <p:grpSpPr>
        <a:xfrm>
          <a:off x="0" y="0"/>
          <a:ext cx="0" cy="0"/>
          <a:chOff x="0" y="0"/>
          <a:chExt cx="0" cy="0"/>
        </a:xfrm>
      </p:grpSpPr>
      <p:pic>
        <p:nvPicPr>
          <p:cNvPr id="196" name="Google Shape;196;p11"/>
          <p:cNvPicPr preferRelativeResize="0"/>
          <p:nvPr/>
        </p:nvPicPr>
        <p:blipFill rotWithShape="1">
          <a:blip r:embed="rId2">
            <a:alphaModFix/>
          </a:blip>
          <a:srcRect b="0" l="0" r="0" t="0"/>
          <a:stretch/>
        </p:blipFill>
        <p:spPr>
          <a:xfrm>
            <a:off x="182681" y="164553"/>
            <a:ext cx="648592" cy="725806"/>
          </a:xfrm>
          <a:prstGeom prst="rect">
            <a:avLst/>
          </a:prstGeom>
          <a:noFill/>
          <a:ln>
            <a:noFill/>
          </a:ln>
        </p:spPr>
      </p:pic>
      <p:pic>
        <p:nvPicPr>
          <p:cNvPr id="197" name="Google Shape;197;p1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98" name="Google Shape;198;p11"/>
          <p:cNvSpPr txBox="1"/>
          <p:nvPr>
            <p:ph type="title"/>
          </p:nvPr>
        </p:nvSpPr>
        <p:spPr>
          <a:xfrm>
            <a:off x="600074" y="2218797"/>
            <a:ext cx="7218363" cy="2852737"/>
          </a:xfrm>
          <a:prstGeom prst="rect">
            <a:avLst/>
          </a:prstGeom>
          <a:noFill/>
          <a:ln>
            <a:noFill/>
          </a:ln>
        </p:spPr>
        <p:txBody>
          <a:bodyPr anchorCtr="0" anchor="b" bIns="45700" lIns="91425" spcFirstLastPara="1" rIns="91425" wrap="square" tIns="108000">
            <a:noAutofit/>
          </a:bodyPr>
          <a:lstStyle>
            <a:lvl1pPr lvl="0" algn="l">
              <a:lnSpc>
                <a:spcPct val="90000"/>
              </a:lnSpc>
              <a:spcBef>
                <a:spcPts val="0"/>
              </a:spcBef>
              <a:spcAft>
                <a:spcPts val="0"/>
              </a:spcAft>
              <a:buClr>
                <a:schemeClr val="lt1"/>
              </a:buClr>
              <a:buSzPts val="6000"/>
              <a:buFont typeface="Figtree"/>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9" name="Google Shape;199;p11"/>
          <p:cNvSpPr txBox="1"/>
          <p:nvPr>
            <p:ph idx="1" type="body"/>
          </p:nvPr>
        </p:nvSpPr>
        <p:spPr>
          <a:xfrm>
            <a:off x="600074" y="5226050"/>
            <a:ext cx="7218363" cy="8636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SzPts val="2400"/>
              <a:buNone/>
              <a:defRPr sz="2400">
                <a:solidFill>
                  <a:schemeClr val="lt1"/>
                </a:solidFill>
              </a:defRPr>
            </a:lvl1pPr>
            <a:lvl2pPr indent="-228600" lvl="1" marL="914400" algn="l">
              <a:lnSpc>
                <a:spcPct val="90000"/>
              </a:lnSpc>
              <a:spcBef>
                <a:spcPts val="500"/>
              </a:spcBef>
              <a:spcAft>
                <a:spcPts val="0"/>
              </a:spcAft>
              <a:buSzPts val="2000"/>
              <a:buNone/>
              <a:defRPr sz="2000">
                <a:solidFill>
                  <a:srgbClr val="888888"/>
                </a:solidFill>
              </a:defRPr>
            </a:lvl2pPr>
            <a:lvl3pPr indent="-228600" lvl="2" marL="1371600" algn="l">
              <a:lnSpc>
                <a:spcPct val="90000"/>
              </a:lnSpc>
              <a:spcBef>
                <a:spcPts val="500"/>
              </a:spcBef>
              <a:spcAft>
                <a:spcPts val="0"/>
              </a:spcAft>
              <a:buSzPts val="1800"/>
              <a:buNone/>
              <a:defRPr sz="1800">
                <a:solidFill>
                  <a:srgbClr val="888888"/>
                </a:solidFill>
              </a:defRPr>
            </a:lvl3pPr>
            <a:lvl4pPr indent="-228600" lvl="3" marL="1828800" algn="l">
              <a:lnSpc>
                <a:spcPct val="90000"/>
              </a:lnSpc>
              <a:spcBef>
                <a:spcPts val="500"/>
              </a:spcBef>
              <a:spcAft>
                <a:spcPts val="0"/>
              </a:spcAft>
              <a:buSzPts val="1600"/>
              <a:buNone/>
              <a:defRPr sz="1600">
                <a:solidFill>
                  <a:srgbClr val="888888"/>
                </a:solidFill>
              </a:defRPr>
            </a:lvl4pPr>
            <a:lvl5pPr indent="-228600" lvl="4" marL="2286000" algn="l">
              <a:lnSpc>
                <a:spcPct val="90000"/>
              </a:lnSpc>
              <a:spcBef>
                <a:spcPts val="500"/>
              </a:spcBef>
              <a:spcAft>
                <a:spcPts val="0"/>
              </a:spcAft>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00" name="Google Shape;200;p11"/>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1" name="Google Shape;201;p11"/>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2" name="Google Shape;202;p11"/>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700">
                <a:solidFill>
                  <a:schemeClr val="lt1"/>
                </a:solidFill>
                <a:latin typeface="Figtree"/>
                <a:ea typeface="Figtree"/>
                <a:cs typeface="Figtree"/>
                <a:sym typeface="Figtree"/>
              </a:defRPr>
            </a:lvl1pPr>
            <a:lvl2pPr indent="0" lvl="1" marL="0" algn="r">
              <a:spcBef>
                <a:spcPts val="0"/>
              </a:spcBef>
              <a:buNone/>
              <a:defRPr sz="700">
                <a:solidFill>
                  <a:schemeClr val="lt1"/>
                </a:solidFill>
                <a:latin typeface="Figtree"/>
                <a:ea typeface="Figtree"/>
                <a:cs typeface="Figtree"/>
                <a:sym typeface="Figtree"/>
              </a:defRPr>
            </a:lvl2pPr>
            <a:lvl3pPr indent="0" lvl="2" marL="0" algn="r">
              <a:spcBef>
                <a:spcPts val="0"/>
              </a:spcBef>
              <a:buNone/>
              <a:defRPr sz="700">
                <a:solidFill>
                  <a:schemeClr val="lt1"/>
                </a:solidFill>
                <a:latin typeface="Figtree"/>
                <a:ea typeface="Figtree"/>
                <a:cs typeface="Figtree"/>
                <a:sym typeface="Figtree"/>
              </a:defRPr>
            </a:lvl3pPr>
            <a:lvl4pPr indent="0" lvl="3" marL="0" algn="r">
              <a:spcBef>
                <a:spcPts val="0"/>
              </a:spcBef>
              <a:buNone/>
              <a:defRPr sz="700">
                <a:solidFill>
                  <a:schemeClr val="lt1"/>
                </a:solidFill>
                <a:latin typeface="Figtree"/>
                <a:ea typeface="Figtree"/>
                <a:cs typeface="Figtree"/>
                <a:sym typeface="Figtree"/>
              </a:defRPr>
            </a:lvl4pPr>
            <a:lvl5pPr indent="0" lvl="4" marL="0" algn="r">
              <a:spcBef>
                <a:spcPts val="0"/>
              </a:spcBef>
              <a:buNone/>
              <a:defRPr sz="700">
                <a:solidFill>
                  <a:schemeClr val="lt1"/>
                </a:solidFill>
                <a:latin typeface="Figtree"/>
                <a:ea typeface="Figtree"/>
                <a:cs typeface="Figtree"/>
                <a:sym typeface="Figtree"/>
              </a:defRPr>
            </a:lvl5pPr>
            <a:lvl6pPr indent="0" lvl="5" marL="0" algn="r">
              <a:spcBef>
                <a:spcPts val="0"/>
              </a:spcBef>
              <a:buNone/>
              <a:defRPr sz="700">
                <a:solidFill>
                  <a:schemeClr val="lt1"/>
                </a:solidFill>
                <a:latin typeface="Figtree"/>
                <a:ea typeface="Figtree"/>
                <a:cs typeface="Figtree"/>
                <a:sym typeface="Figtree"/>
              </a:defRPr>
            </a:lvl6pPr>
            <a:lvl7pPr indent="0" lvl="6" marL="0" algn="r">
              <a:spcBef>
                <a:spcPts val="0"/>
              </a:spcBef>
              <a:buNone/>
              <a:defRPr sz="700">
                <a:solidFill>
                  <a:schemeClr val="lt1"/>
                </a:solidFill>
                <a:latin typeface="Figtree"/>
                <a:ea typeface="Figtree"/>
                <a:cs typeface="Figtree"/>
                <a:sym typeface="Figtree"/>
              </a:defRPr>
            </a:lvl7pPr>
            <a:lvl8pPr indent="0" lvl="7" marL="0" algn="r">
              <a:spcBef>
                <a:spcPts val="0"/>
              </a:spcBef>
              <a:buNone/>
              <a:defRPr sz="700">
                <a:solidFill>
                  <a:schemeClr val="lt1"/>
                </a:solidFill>
                <a:latin typeface="Figtree"/>
                <a:ea typeface="Figtree"/>
                <a:cs typeface="Figtree"/>
                <a:sym typeface="Figtree"/>
              </a:defRPr>
            </a:lvl8pPr>
            <a:lvl9pPr indent="0" lvl="8" marL="0" algn="r">
              <a:spcBef>
                <a:spcPts val="0"/>
              </a:spcBef>
              <a:buNone/>
              <a:defRPr sz="700">
                <a:solidFill>
                  <a:schemeClr val="lt1"/>
                </a:solidFill>
                <a:latin typeface="Figtree"/>
                <a:ea typeface="Figtree"/>
                <a:cs typeface="Figtree"/>
                <a:sym typeface="Figtre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chapter, image, KTH blue" showMasterSp="0">
  <p:cSld name="Title/chapter, image, KTH blue">
    <p:bg>
      <p:bgPr>
        <a:solidFill>
          <a:schemeClr val="accent1"/>
        </a:solidFill>
      </p:bgPr>
    </p:bg>
    <p:spTree>
      <p:nvGrpSpPr>
        <p:cNvPr id="203" name="Shape 203"/>
        <p:cNvGrpSpPr/>
        <p:nvPr/>
      </p:nvGrpSpPr>
      <p:grpSpPr>
        <a:xfrm>
          <a:off x="0" y="0"/>
          <a:ext cx="0" cy="0"/>
          <a:chOff x="0" y="0"/>
          <a:chExt cx="0" cy="0"/>
        </a:xfrm>
      </p:grpSpPr>
      <p:sp>
        <p:nvSpPr>
          <p:cNvPr id="204" name="Google Shape;204;p12"/>
          <p:cNvSpPr txBox="1"/>
          <p:nvPr>
            <p:ph type="title"/>
          </p:nvPr>
        </p:nvSpPr>
        <p:spPr>
          <a:xfrm>
            <a:off x="600074" y="2218797"/>
            <a:ext cx="5314951" cy="2852737"/>
          </a:xfrm>
          <a:prstGeom prst="rect">
            <a:avLst/>
          </a:prstGeom>
          <a:noFill/>
          <a:ln>
            <a:noFill/>
          </a:ln>
        </p:spPr>
        <p:txBody>
          <a:bodyPr anchorCtr="0" anchor="b" bIns="45700" lIns="91425" spcFirstLastPara="1" rIns="91425" wrap="square" tIns="108000">
            <a:noAutofit/>
          </a:bodyPr>
          <a:lstStyle>
            <a:lvl1pPr lvl="0" algn="l">
              <a:lnSpc>
                <a:spcPct val="90000"/>
              </a:lnSpc>
              <a:spcBef>
                <a:spcPts val="0"/>
              </a:spcBef>
              <a:spcAft>
                <a:spcPts val="0"/>
              </a:spcAft>
              <a:buClr>
                <a:schemeClr val="lt1"/>
              </a:buClr>
              <a:buSzPts val="5400"/>
              <a:buFont typeface="Figtree"/>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5" name="Google Shape;205;p12"/>
          <p:cNvSpPr txBox="1"/>
          <p:nvPr>
            <p:ph idx="1" type="body"/>
          </p:nvPr>
        </p:nvSpPr>
        <p:spPr>
          <a:xfrm>
            <a:off x="600074" y="5226050"/>
            <a:ext cx="5314951" cy="8636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SzPts val="2000"/>
              <a:buNone/>
              <a:defRPr sz="2000">
                <a:solidFill>
                  <a:schemeClr val="lt1"/>
                </a:solidFill>
              </a:defRPr>
            </a:lvl1pPr>
            <a:lvl2pPr indent="-228600" lvl="1" marL="914400" algn="l">
              <a:lnSpc>
                <a:spcPct val="90000"/>
              </a:lnSpc>
              <a:spcBef>
                <a:spcPts val="500"/>
              </a:spcBef>
              <a:spcAft>
                <a:spcPts val="0"/>
              </a:spcAft>
              <a:buSzPts val="2000"/>
              <a:buNone/>
              <a:defRPr sz="2000">
                <a:solidFill>
                  <a:srgbClr val="888888"/>
                </a:solidFill>
              </a:defRPr>
            </a:lvl2pPr>
            <a:lvl3pPr indent="-228600" lvl="2" marL="1371600" algn="l">
              <a:lnSpc>
                <a:spcPct val="90000"/>
              </a:lnSpc>
              <a:spcBef>
                <a:spcPts val="500"/>
              </a:spcBef>
              <a:spcAft>
                <a:spcPts val="0"/>
              </a:spcAft>
              <a:buSzPts val="1800"/>
              <a:buNone/>
              <a:defRPr sz="1800">
                <a:solidFill>
                  <a:srgbClr val="888888"/>
                </a:solidFill>
              </a:defRPr>
            </a:lvl3pPr>
            <a:lvl4pPr indent="-228600" lvl="3" marL="1828800" algn="l">
              <a:lnSpc>
                <a:spcPct val="90000"/>
              </a:lnSpc>
              <a:spcBef>
                <a:spcPts val="500"/>
              </a:spcBef>
              <a:spcAft>
                <a:spcPts val="0"/>
              </a:spcAft>
              <a:buSzPts val="1600"/>
              <a:buNone/>
              <a:defRPr sz="1600">
                <a:solidFill>
                  <a:srgbClr val="888888"/>
                </a:solidFill>
              </a:defRPr>
            </a:lvl4pPr>
            <a:lvl5pPr indent="-228600" lvl="4" marL="2286000" algn="l">
              <a:lnSpc>
                <a:spcPct val="90000"/>
              </a:lnSpc>
              <a:spcBef>
                <a:spcPts val="500"/>
              </a:spcBef>
              <a:spcAft>
                <a:spcPts val="0"/>
              </a:spcAft>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06" name="Google Shape;206;p12"/>
          <p:cNvSpPr/>
          <p:nvPr>
            <p:ph idx="2" type="pic"/>
          </p:nvPr>
        </p:nvSpPr>
        <p:spPr>
          <a:xfrm>
            <a:off x="6096000" y="0"/>
            <a:ext cx="6096000" cy="6858000"/>
          </a:xfrm>
          <a:prstGeom prst="rect">
            <a:avLst/>
          </a:prstGeom>
          <a:noFill/>
          <a:ln>
            <a:noFill/>
          </a:ln>
        </p:spPr>
      </p:sp>
      <p:sp>
        <p:nvSpPr>
          <p:cNvPr id="207" name="Google Shape;207;p12"/>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700">
                <a:solidFill>
                  <a:schemeClr val="lt1"/>
                </a:solidFill>
                <a:latin typeface="Figtree"/>
                <a:ea typeface="Figtree"/>
                <a:cs typeface="Figtree"/>
                <a:sym typeface="Figtree"/>
              </a:defRPr>
            </a:lvl1pPr>
            <a:lvl2pPr indent="0" lvl="1" marL="0" algn="r">
              <a:spcBef>
                <a:spcPts val="0"/>
              </a:spcBef>
              <a:buNone/>
              <a:defRPr sz="700">
                <a:solidFill>
                  <a:schemeClr val="lt1"/>
                </a:solidFill>
                <a:latin typeface="Figtree"/>
                <a:ea typeface="Figtree"/>
                <a:cs typeface="Figtree"/>
                <a:sym typeface="Figtree"/>
              </a:defRPr>
            </a:lvl2pPr>
            <a:lvl3pPr indent="0" lvl="2" marL="0" algn="r">
              <a:spcBef>
                <a:spcPts val="0"/>
              </a:spcBef>
              <a:buNone/>
              <a:defRPr sz="700">
                <a:solidFill>
                  <a:schemeClr val="lt1"/>
                </a:solidFill>
                <a:latin typeface="Figtree"/>
                <a:ea typeface="Figtree"/>
                <a:cs typeface="Figtree"/>
                <a:sym typeface="Figtree"/>
              </a:defRPr>
            </a:lvl3pPr>
            <a:lvl4pPr indent="0" lvl="3" marL="0" algn="r">
              <a:spcBef>
                <a:spcPts val="0"/>
              </a:spcBef>
              <a:buNone/>
              <a:defRPr sz="700">
                <a:solidFill>
                  <a:schemeClr val="lt1"/>
                </a:solidFill>
                <a:latin typeface="Figtree"/>
                <a:ea typeface="Figtree"/>
                <a:cs typeface="Figtree"/>
                <a:sym typeface="Figtree"/>
              </a:defRPr>
            </a:lvl4pPr>
            <a:lvl5pPr indent="0" lvl="4" marL="0" algn="r">
              <a:spcBef>
                <a:spcPts val="0"/>
              </a:spcBef>
              <a:buNone/>
              <a:defRPr sz="700">
                <a:solidFill>
                  <a:schemeClr val="lt1"/>
                </a:solidFill>
                <a:latin typeface="Figtree"/>
                <a:ea typeface="Figtree"/>
                <a:cs typeface="Figtree"/>
                <a:sym typeface="Figtree"/>
              </a:defRPr>
            </a:lvl5pPr>
            <a:lvl6pPr indent="0" lvl="5" marL="0" algn="r">
              <a:spcBef>
                <a:spcPts val="0"/>
              </a:spcBef>
              <a:buNone/>
              <a:defRPr sz="700">
                <a:solidFill>
                  <a:schemeClr val="lt1"/>
                </a:solidFill>
                <a:latin typeface="Figtree"/>
                <a:ea typeface="Figtree"/>
                <a:cs typeface="Figtree"/>
                <a:sym typeface="Figtree"/>
              </a:defRPr>
            </a:lvl6pPr>
            <a:lvl7pPr indent="0" lvl="6" marL="0" algn="r">
              <a:spcBef>
                <a:spcPts val="0"/>
              </a:spcBef>
              <a:buNone/>
              <a:defRPr sz="700">
                <a:solidFill>
                  <a:schemeClr val="lt1"/>
                </a:solidFill>
                <a:latin typeface="Figtree"/>
                <a:ea typeface="Figtree"/>
                <a:cs typeface="Figtree"/>
                <a:sym typeface="Figtree"/>
              </a:defRPr>
            </a:lvl7pPr>
            <a:lvl8pPr indent="0" lvl="7" marL="0" algn="r">
              <a:spcBef>
                <a:spcPts val="0"/>
              </a:spcBef>
              <a:buNone/>
              <a:defRPr sz="700">
                <a:solidFill>
                  <a:schemeClr val="lt1"/>
                </a:solidFill>
                <a:latin typeface="Figtree"/>
                <a:ea typeface="Figtree"/>
                <a:cs typeface="Figtree"/>
                <a:sym typeface="Figtree"/>
              </a:defRPr>
            </a:lvl8pPr>
            <a:lvl9pPr indent="0" lvl="8" marL="0" algn="r">
              <a:spcBef>
                <a:spcPts val="0"/>
              </a:spcBef>
              <a:buNone/>
              <a:defRPr sz="700">
                <a:solidFill>
                  <a:schemeClr val="lt1"/>
                </a:solidFill>
                <a:latin typeface="Figtree"/>
                <a:ea typeface="Figtree"/>
                <a:cs typeface="Figtree"/>
                <a:sym typeface="Figtree"/>
              </a:defRPr>
            </a:lvl9pPr>
          </a:lstStyle>
          <a:p>
            <a:pPr indent="0" lvl="0" marL="0" rtl="0" algn="r">
              <a:spcBef>
                <a:spcPts val="0"/>
              </a:spcBef>
              <a:spcAft>
                <a:spcPts val="0"/>
              </a:spcAft>
              <a:buNone/>
            </a:pPr>
            <a:fld id="{00000000-1234-1234-1234-123412341234}" type="slidenum">
              <a:rPr lang="en-US"/>
              <a:t>‹#›</a:t>
            </a:fld>
            <a:endParaRPr/>
          </a:p>
        </p:txBody>
      </p:sp>
      <p:sp>
        <p:nvSpPr>
          <p:cNvPr id="208" name="Google Shape;208;p12"/>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9" name="Google Shape;209;p12"/>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210" name="Google Shape;210;p12"/>
          <p:cNvPicPr preferRelativeResize="0"/>
          <p:nvPr/>
        </p:nvPicPr>
        <p:blipFill rotWithShape="1">
          <a:blip r:embed="rId2">
            <a:alphaModFix/>
          </a:blip>
          <a:srcRect b="0" l="0" r="0" t="0"/>
          <a:stretch/>
        </p:blipFill>
        <p:spPr>
          <a:xfrm>
            <a:off x="182681" y="164553"/>
            <a:ext cx="648592" cy="725806"/>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chapter, navy blue" showMasterSp="0">
  <p:cSld name="Title/chapter, navy blue">
    <p:bg>
      <p:bgPr>
        <a:solidFill>
          <a:schemeClr val="accent3"/>
        </a:solidFill>
      </p:bgPr>
    </p:bg>
    <p:spTree>
      <p:nvGrpSpPr>
        <p:cNvPr id="211" name="Shape 211"/>
        <p:cNvGrpSpPr/>
        <p:nvPr/>
      </p:nvGrpSpPr>
      <p:grpSpPr>
        <a:xfrm>
          <a:off x="0" y="0"/>
          <a:ext cx="0" cy="0"/>
          <a:chOff x="0" y="0"/>
          <a:chExt cx="0" cy="0"/>
        </a:xfrm>
      </p:grpSpPr>
      <p:pic>
        <p:nvPicPr>
          <p:cNvPr id="212" name="Google Shape;212;p13"/>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13" name="Google Shape;213;p13"/>
          <p:cNvSpPr txBox="1"/>
          <p:nvPr>
            <p:ph type="title"/>
          </p:nvPr>
        </p:nvSpPr>
        <p:spPr>
          <a:xfrm>
            <a:off x="600074" y="2218797"/>
            <a:ext cx="7218363" cy="2852737"/>
          </a:xfrm>
          <a:prstGeom prst="rect">
            <a:avLst/>
          </a:prstGeom>
          <a:noFill/>
          <a:ln>
            <a:noFill/>
          </a:ln>
        </p:spPr>
        <p:txBody>
          <a:bodyPr anchorCtr="0" anchor="b" bIns="45700" lIns="91425" spcFirstLastPara="1" rIns="91425" wrap="square" tIns="108000">
            <a:noAutofit/>
          </a:bodyPr>
          <a:lstStyle>
            <a:lvl1pPr lvl="0" algn="l">
              <a:lnSpc>
                <a:spcPct val="90000"/>
              </a:lnSpc>
              <a:spcBef>
                <a:spcPts val="0"/>
              </a:spcBef>
              <a:spcAft>
                <a:spcPts val="0"/>
              </a:spcAft>
              <a:buClr>
                <a:schemeClr val="lt1"/>
              </a:buClr>
              <a:buSzPts val="6000"/>
              <a:buFont typeface="Figtree"/>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4" name="Google Shape;214;p13"/>
          <p:cNvSpPr txBox="1"/>
          <p:nvPr>
            <p:ph idx="1" type="body"/>
          </p:nvPr>
        </p:nvSpPr>
        <p:spPr>
          <a:xfrm>
            <a:off x="600074" y="5226050"/>
            <a:ext cx="7218363" cy="8636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SzPts val="2400"/>
              <a:buNone/>
              <a:defRPr sz="2400">
                <a:solidFill>
                  <a:schemeClr val="accent2"/>
                </a:solidFill>
              </a:defRPr>
            </a:lvl1pPr>
            <a:lvl2pPr indent="-228600" lvl="1" marL="914400" algn="l">
              <a:lnSpc>
                <a:spcPct val="90000"/>
              </a:lnSpc>
              <a:spcBef>
                <a:spcPts val="500"/>
              </a:spcBef>
              <a:spcAft>
                <a:spcPts val="0"/>
              </a:spcAft>
              <a:buSzPts val="2000"/>
              <a:buNone/>
              <a:defRPr sz="2000">
                <a:solidFill>
                  <a:srgbClr val="888888"/>
                </a:solidFill>
              </a:defRPr>
            </a:lvl2pPr>
            <a:lvl3pPr indent="-228600" lvl="2" marL="1371600" algn="l">
              <a:lnSpc>
                <a:spcPct val="90000"/>
              </a:lnSpc>
              <a:spcBef>
                <a:spcPts val="500"/>
              </a:spcBef>
              <a:spcAft>
                <a:spcPts val="0"/>
              </a:spcAft>
              <a:buSzPts val="1800"/>
              <a:buNone/>
              <a:defRPr sz="1800">
                <a:solidFill>
                  <a:srgbClr val="888888"/>
                </a:solidFill>
              </a:defRPr>
            </a:lvl3pPr>
            <a:lvl4pPr indent="-228600" lvl="3" marL="1828800" algn="l">
              <a:lnSpc>
                <a:spcPct val="90000"/>
              </a:lnSpc>
              <a:spcBef>
                <a:spcPts val="500"/>
              </a:spcBef>
              <a:spcAft>
                <a:spcPts val="0"/>
              </a:spcAft>
              <a:buSzPts val="1600"/>
              <a:buNone/>
              <a:defRPr sz="1600">
                <a:solidFill>
                  <a:srgbClr val="888888"/>
                </a:solidFill>
              </a:defRPr>
            </a:lvl4pPr>
            <a:lvl5pPr indent="-228600" lvl="4" marL="2286000" algn="l">
              <a:lnSpc>
                <a:spcPct val="90000"/>
              </a:lnSpc>
              <a:spcBef>
                <a:spcPts val="500"/>
              </a:spcBef>
              <a:spcAft>
                <a:spcPts val="0"/>
              </a:spcAft>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15" name="Google Shape;215;p13"/>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6" name="Google Shape;216;p13"/>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7" name="Google Shape;217;p13"/>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18" name="Google Shape;218;p13"/>
          <p:cNvPicPr preferRelativeResize="0"/>
          <p:nvPr/>
        </p:nvPicPr>
        <p:blipFill rotWithShape="1">
          <a:blip r:embed="rId3">
            <a:alphaModFix/>
          </a:blip>
          <a:srcRect b="0" l="0" r="0" t="0"/>
          <a:stretch/>
        </p:blipFill>
        <p:spPr>
          <a:xfrm>
            <a:off x="182681" y="164553"/>
            <a:ext cx="648592" cy="725806"/>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chapter, image, navy blue" showMasterSp="0">
  <p:cSld name="Title/chapter, image, navy blue">
    <p:bg>
      <p:bgPr>
        <a:solidFill>
          <a:schemeClr val="accent3"/>
        </a:solidFill>
      </p:bgPr>
    </p:bg>
    <p:spTree>
      <p:nvGrpSpPr>
        <p:cNvPr id="219" name="Shape 219"/>
        <p:cNvGrpSpPr/>
        <p:nvPr/>
      </p:nvGrpSpPr>
      <p:grpSpPr>
        <a:xfrm>
          <a:off x="0" y="0"/>
          <a:ext cx="0" cy="0"/>
          <a:chOff x="0" y="0"/>
          <a:chExt cx="0" cy="0"/>
        </a:xfrm>
      </p:grpSpPr>
      <p:sp>
        <p:nvSpPr>
          <p:cNvPr id="220" name="Google Shape;220;p14"/>
          <p:cNvSpPr txBox="1"/>
          <p:nvPr>
            <p:ph type="title"/>
          </p:nvPr>
        </p:nvSpPr>
        <p:spPr>
          <a:xfrm>
            <a:off x="600074" y="2218797"/>
            <a:ext cx="5314951" cy="2852737"/>
          </a:xfrm>
          <a:prstGeom prst="rect">
            <a:avLst/>
          </a:prstGeom>
          <a:noFill/>
          <a:ln>
            <a:noFill/>
          </a:ln>
        </p:spPr>
        <p:txBody>
          <a:bodyPr anchorCtr="0" anchor="b" bIns="45700" lIns="91425" spcFirstLastPara="1" rIns="91425" wrap="square" tIns="108000">
            <a:noAutofit/>
          </a:bodyPr>
          <a:lstStyle>
            <a:lvl1pPr lvl="0" algn="l">
              <a:lnSpc>
                <a:spcPct val="90000"/>
              </a:lnSpc>
              <a:spcBef>
                <a:spcPts val="0"/>
              </a:spcBef>
              <a:spcAft>
                <a:spcPts val="0"/>
              </a:spcAft>
              <a:buClr>
                <a:schemeClr val="lt1"/>
              </a:buClr>
              <a:buSzPts val="5400"/>
              <a:buFont typeface="Figtree"/>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1" name="Google Shape;221;p14"/>
          <p:cNvSpPr txBox="1"/>
          <p:nvPr>
            <p:ph idx="1" type="body"/>
          </p:nvPr>
        </p:nvSpPr>
        <p:spPr>
          <a:xfrm>
            <a:off x="600074" y="5226050"/>
            <a:ext cx="5314951" cy="8636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SzPts val="2000"/>
              <a:buNone/>
              <a:defRPr sz="2000">
                <a:solidFill>
                  <a:schemeClr val="accent2"/>
                </a:solidFill>
              </a:defRPr>
            </a:lvl1pPr>
            <a:lvl2pPr indent="-228600" lvl="1" marL="914400" algn="l">
              <a:lnSpc>
                <a:spcPct val="90000"/>
              </a:lnSpc>
              <a:spcBef>
                <a:spcPts val="500"/>
              </a:spcBef>
              <a:spcAft>
                <a:spcPts val="0"/>
              </a:spcAft>
              <a:buSzPts val="2000"/>
              <a:buNone/>
              <a:defRPr sz="2000">
                <a:solidFill>
                  <a:srgbClr val="888888"/>
                </a:solidFill>
              </a:defRPr>
            </a:lvl2pPr>
            <a:lvl3pPr indent="-228600" lvl="2" marL="1371600" algn="l">
              <a:lnSpc>
                <a:spcPct val="90000"/>
              </a:lnSpc>
              <a:spcBef>
                <a:spcPts val="500"/>
              </a:spcBef>
              <a:spcAft>
                <a:spcPts val="0"/>
              </a:spcAft>
              <a:buSzPts val="1800"/>
              <a:buNone/>
              <a:defRPr sz="1800">
                <a:solidFill>
                  <a:srgbClr val="888888"/>
                </a:solidFill>
              </a:defRPr>
            </a:lvl3pPr>
            <a:lvl4pPr indent="-228600" lvl="3" marL="1828800" algn="l">
              <a:lnSpc>
                <a:spcPct val="90000"/>
              </a:lnSpc>
              <a:spcBef>
                <a:spcPts val="500"/>
              </a:spcBef>
              <a:spcAft>
                <a:spcPts val="0"/>
              </a:spcAft>
              <a:buSzPts val="1600"/>
              <a:buNone/>
              <a:defRPr sz="1600">
                <a:solidFill>
                  <a:srgbClr val="888888"/>
                </a:solidFill>
              </a:defRPr>
            </a:lvl4pPr>
            <a:lvl5pPr indent="-228600" lvl="4" marL="2286000" algn="l">
              <a:lnSpc>
                <a:spcPct val="90000"/>
              </a:lnSpc>
              <a:spcBef>
                <a:spcPts val="500"/>
              </a:spcBef>
              <a:spcAft>
                <a:spcPts val="0"/>
              </a:spcAft>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22" name="Google Shape;222;p14"/>
          <p:cNvSpPr/>
          <p:nvPr>
            <p:ph idx="2" type="pic"/>
          </p:nvPr>
        </p:nvSpPr>
        <p:spPr>
          <a:xfrm>
            <a:off x="6096000" y="0"/>
            <a:ext cx="6096000" cy="6858000"/>
          </a:xfrm>
          <a:prstGeom prst="rect">
            <a:avLst/>
          </a:prstGeom>
          <a:noFill/>
          <a:ln>
            <a:noFill/>
          </a:ln>
        </p:spPr>
      </p:sp>
      <p:sp>
        <p:nvSpPr>
          <p:cNvPr id="223" name="Google Shape;223;p14"/>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24" name="Google Shape;224;p14"/>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5" name="Google Shape;225;p14"/>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226" name="Google Shape;226;p14"/>
          <p:cNvPicPr preferRelativeResize="0"/>
          <p:nvPr/>
        </p:nvPicPr>
        <p:blipFill rotWithShape="1">
          <a:blip r:embed="rId2">
            <a:alphaModFix/>
          </a:blip>
          <a:srcRect b="0" l="0" r="0" t="0"/>
          <a:stretch/>
        </p:blipFill>
        <p:spPr>
          <a:xfrm>
            <a:off x="182681" y="164553"/>
            <a:ext cx="648592" cy="725806"/>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content, blue lines">
  <p:cSld name="Headline and content, blue lines">
    <p:spTree>
      <p:nvGrpSpPr>
        <p:cNvPr id="227" name="Shape 227"/>
        <p:cNvGrpSpPr/>
        <p:nvPr/>
      </p:nvGrpSpPr>
      <p:grpSpPr>
        <a:xfrm>
          <a:off x="0" y="0"/>
          <a:ext cx="0" cy="0"/>
          <a:chOff x="0" y="0"/>
          <a:chExt cx="0" cy="0"/>
        </a:xfrm>
      </p:grpSpPr>
      <p:pic>
        <p:nvPicPr>
          <p:cNvPr id="228" name="Google Shape;228;p15"/>
          <p:cNvPicPr preferRelativeResize="0"/>
          <p:nvPr/>
        </p:nvPicPr>
        <p:blipFill rotWithShape="1">
          <a:blip r:embed="rId2">
            <a:alphaModFix/>
          </a:blip>
          <a:srcRect b="27986" l="0" r="70668" t="0"/>
          <a:stretch/>
        </p:blipFill>
        <p:spPr>
          <a:xfrm rot="10800000">
            <a:off x="8615880" y="1919288"/>
            <a:ext cx="3576120" cy="4938712"/>
          </a:xfrm>
          <a:prstGeom prst="rect">
            <a:avLst/>
          </a:prstGeom>
          <a:noFill/>
          <a:ln>
            <a:noFill/>
          </a:ln>
        </p:spPr>
      </p:pic>
      <p:sp>
        <p:nvSpPr>
          <p:cNvPr id="229" name="Google Shape;229;p15"/>
          <p:cNvSpPr txBox="1"/>
          <p:nvPr>
            <p:ph type="title"/>
          </p:nvPr>
        </p:nvSpPr>
        <p:spPr>
          <a:xfrm>
            <a:off x="600075" y="1095632"/>
            <a:ext cx="10990263" cy="568412"/>
          </a:xfrm>
          <a:prstGeom prst="rect">
            <a:avLst/>
          </a:prstGeom>
          <a:noFill/>
          <a:ln>
            <a:noFill/>
          </a:ln>
        </p:spPr>
        <p:txBody>
          <a:bodyPr anchorCtr="0" anchor="t" bIns="45700" lIns="91425" spcFirstLastPara="1" rIns="91425" wrap="square" tIns="108000">
            <a:no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0" name="Google Shape;230;p15"/>
          <p:cNvSpPr txBox="1"/>
          <p:nvPr>
            <p:ph idx="1" type="body"/>
          </p:nvPr>
        </p:nvSpPr>
        <p:spPr>
          <a:xfrm>
            <a:off x="600075" y="1795850"/>
            <a:ext cx="8805181" cy="4530302"/>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1" name="Google Shape;231;p15"/>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2" name="Google Shape;232;p15"/>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3" name="Google Shape;233;p15"/>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content, sand lines">
  <p:cSld name="Headline and content, sand lines">
    <p:spTree>
      <p:nvGrpSpPr>
        <p:cNvPr id="234" name="Shape 234"/>
        <p:cNvGrpSpPr/>
        <p:nvPr/>
      </p:nvGrpSpPr>
      <p:grpSpPr>
        <a:xfrm>
          <a:off x="0" y="0"/>
          <a:ext cx="0" cy="0"/>
          <a:chOff x="0" y="0"/>
          <a:chExt cx="0" cy="0"/>
        </a:xfrm>
      </p:grpSpPr>
      <p:pic>
        <p:nvPicPr>
          <p:cNvPr id="235" name="Google Shape;235;p16"/>
          <p:cNvPicPr preferRelativeResize="0"/>
          <p:nvPr/>
        </p:nvPicPr>
        <p:blipFill rotWithShape="1">
          <a:blip r:embed="rId2">
            <a:alphaModFix/>
          </a:blip>
          <a:srcRect b="27986" l="0" r="70668" t="0"/>
          <a:stretch/>
        </p:blipFill>
        <p:spPr>
          <a:xfrm rot="10800000">
            <a:off x="8615880" y="1919288"/>
            <a:ext cx="3576120" cy="4938712"/>
          </a:xfrm>
          <a:prstGeom prst="rect">
            <a:avLst/>
          </a:prstGeom>
          <a:noFill/>
          <a:ln>
            <a:noFill/>
          </a:ln>
        </p:spPr>
      </p:pic>
      <p:sp>
        <p:nvSpPr>
          <p:cNvPr id="236" name="Google Shape;236;p16"/>
          <p:cNvSpPr txBox="1"/>
          <p:nvPr>
            <p:ph type="title"/>
          </p:nvPr>
        </p:nvSpPr>
        <p:spPr>
          <a:xfrm>
            <a:off x="600075" y="1095632"/>
            <a:ext cx="10990263" cy="568412"/>
          </a:xfrm>
          <a:prstGeom prst="rect">
            <a:avLst/>
          </a:prstGeom>
          <a:noFill/>
          <a:ln>
            <a:noFill/>
          </a:ln>
        </p:spPr>
        <p:txBody>
          <a:bodyPr anchorCtr="0" anchor="t" bIns="45700" lIns="91425" spcFirstLastPara="1" rIns="91425" wrap="square" tIns="108000">
            <a:no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7" name="Google Shape;237;p16"/>
          <p:cNvSpPr txBox="1"/>
          <p:nvPr>
            <p:ph idx="1" type="body"/>
          </p:nvPr>
        </p:nvSpPr>
        <p:spPr>
          <a:xfrm>
            <a:off x="600075" y="1872344"/>
            <a:ext cx="10990263" cy="445380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8" name="Google Shape;238;p16"/>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9" name="Google Shape;239;p16"/>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0" name="Google Shape;240;p16"/>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content, light blue ">
  <p:cSld name="Headline and content, light blue ">
    <p:bg>
      <p:bgPr>
        <a:solidFill>
          <a:schemeClr val="accent4"/>
        </a:solidFill>
      </p:bgPr>
    </p:bg>
    <p:spTree>
      <p:nvGrpSpPr>
        <p:cNvPr id="241" name="Shape 241"/>
        <p:cNvGrpSpPr/>
        <p:nvPr/>
      </p:nvGrpSpPr>
      <p:grpSpPr>
        <a:xfrm>
          <a:off x="0" y="0"/>
          <a:ext cx="0" cy="0"/>
          <a:chOff x="0" y="0"/>
          <a:chExt cx="0" cy="0"/>
        </a:xfrm>
      </p:grpSpPr>
      <p:pic>
        <p:nvPicPr>
          <p:cNvPr id="242" name="Google Shape;242;p17"/>
          <p:cNvPicPr preferRelativeResize="0"/>
          <p:nvPr/>
        </p:nvPicPr>
        <p:blipFill rotWithShape="1">
          <a:blip r:embed="rId2">
            <a:alphaModFix/>
          </a:blip>
          <a:srcRect b="27986" l="0" r="70668" t="0"/>
          <a:stretch/>
        </p:blipFill>
        <p:spPr>
          <a:xfrm rot="10800000">
            <a:off x="8615880" y="1919288"/>
            <a:ext cx="3576120" cy="4938712"/>
          </a:xfrm>
          <a:prstGeom prst="rect">
            <a:avLst/>
          </a:prstGeom>
          <a:noFill/>
          <a:ln>
            <a:noFill/>
          </a:ln>
        </p:spPr>
      </p:pic>
      <p:sp>
        <p:nvSpPr>
          <p:cNvPr id="243" name="Google Shape;243;p17"/>
          <p:cNvSpPr txBox="1"/>
          <p:nvPr>
            <p:ph type="title"/>
          </p:nvPr>
        </p:nvSpPr>
        <p:spPr>
          <a:xfrm>
            <a:off x="600075" y="1095632"/>
            <a:ext cx="10990263" cy="568412"/>
          </a:xfrm>
          <a:prstGeom prst="rect">
            <a:avLst/>
          </a:prstGeom>
          <a:noFill/>
          <a:ln>
            <a:noFill/>
          </a:ln>
        </p:spPr>
        <p:txBody>
          <a:bodyPr anchorCtr="0" anchor="t" bIns="45700" lIns="91425" spcFirstLastPara="1" rIns="91425" wrap="square" tIns="108000">
            <a:no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4" name="Google Shape;244;p17"/>
          <p:cNvSpPr txBox="1"/>
          <p:nvPr>
            <p:ph idx="1" type="body"/>
          </p:nvPr>
        </p:nvSpPr>
        <p:spPr>
          <a:xfrm>
            <a:off x="600076" y="1795850"/>
            <a:ext cx="8805182" cy="4530302"/>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5" name="Google Shape;245;p17"/>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6" name="Google Shape;246;p17"/>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7" name="Google Shape;247;p17"/>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content, sand">
  <p:cSld name="Headline and content, sand">
    <p:bg>
      <p:bgPr>
        <a:solidFill>
          <a:schemeClr val="lt2"/>
        </a:solidFill>
      </p:bgPr>
    </p:bg>
    <p:spTree>
      <p:nvGrpSpPr>
        <p:cNvPr id="248" name="Shape 248"/>
        <p:cNvGrpSpPr/>
        <p:nvPr/>
      </p:nvGrpSpPr>
      <p:grpSpPr>
        <a:xfrm>
          <a:off x="0" y="0"/>
          <a:ext cx="0" cy="0"/>
          <a:chOff x="0" y="0"/>
          <a:chExt cx="0" cy="0"/>
        </a:xfrm>
      </p:grpSpPr>
      <p:pic>
        <p:nvPicPr>
          <p:cNvPr id="249" name="Google Shape;249;p18"/>
          <p:cNvPicPr preferRelativeResize="0"/>
          <p:nvPr/>
        </p:nvPicPr>
        <p:blipFill rotWithShape="1">
          <a:blip r:embed="rId2">
            <a:alphaModFix/>
          </a:blip>
          <a:srcRect b="27986" l="0" r="70668" t="0"/>
          <a:stretch/>
        </p:blipFill>
        <p:spPr>
          <a:xfrm rot="10800000">
            <a:off x="8615880" y="1919288"/>
            <a:ext cx="3576120" cy="4938712"/>
          </a:xfrm>
          <a:prstGeom prst="rect">
            <a:avLst/>
          </a:prstGeom>
          <a:noFill/>
          <a:ln>
            <a:noFill/>
          </a:ln>
        </p:spPr>
      </p:pic>
      <p:sp>
        <p:nvSpPr>
          <p:cNvPr id="250" name="Google Shape;250;p18"/>
          <p:cNvSpPr txBox="1"/>
          <p:nvPr>
            <p:ph type="title"/>
          </p:nvPr>
        </p:nvSpPr>
        <p:spPr>
          <a:xfrm>
            <a:off x="600075" y="1095632"/>
            <a:ext cx="10990263" cy="568412"/>
          </a:xfrm>
          <a:prstGeom prst="rect">
            <a:avLst/>
          </a:prstGeom>
          <a:noFill/>
          <a:ln>
            <a:noFill/>
          </a:ln>
        </p:spPr>
        <p:txBody>
          <a:bodyPr anchorCtr="0" anchor="t" bIns="45700" lIns="91425" spcFirstLastPara="1" rIns="91425" wrap="square" tIns="108000">
            <a:no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1" name="Google Shape;251;p18"/>
          <p:cNvSpPr txBox="1"/>
          <p:nvPr>
            <p:ph idx="1" type="body"/>
          </p:nvPr>
        </p:nvSpPr>
        <p:spPr>
          <a:xfrm>
            <a:off x="600076" y="1795850"/>
            <a:ext cx="8750754" cy="4530302"/>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2" name="Google Shape;252;p18"/>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3" name="Google Shape;253;p18"/>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4" name="Google Shape;254;p18"/>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parts">
  <p:cSld name="Two parts">
    <p:spTree>
      <p:nvGrpSpPr>
        <p:cNvPr id="255" name="Shape 255"/>
        <p:cNvGrpSpPr/>
        <p:nvPr/>
      </p:nvGrpSpPr>
      <p:grpSpPr>
        <a:xfrm>
          <a:off x="0" y="0"/>
          <a:ext cx="0" cy="0"/>
          <a:chOff x="0" y="0"/>
          <a:chExt cx="0" cy="0"/>
        </a:xfrm>
      </p:grpSpPr>
      <p:sp>
        <p:nvSpPr>
          <p:cNvPr id="256" name="Google Shape;256;p19"/>
          <p:cNvSpPr txBox="1"/>
          <p:nvPr>
            <p:ph type="title"/>
          </p:nvPr>
        </p:nvSpPr>
        <p:spPr>
          <a:xfrm>
            <a:off x="600075" y="1095632"/>
            <a:ext cx="10990263" cy="568412"/>
          </a:xfrm>
          <a:prstGeom prst="rect">
            <a:avLst/>
          </a:prstGeom>
          <a:noFill/>
          <a:ln>
            <a:noFill/>
          </a:ln>
        </p:spPr>
        <p:txBody>
          <a:bodyPr anchorCtr="0" anchor="t" bIns="45700" lIns="91425" spcFirstLastPara="1" rIns="91425" wrap="square" tIns="108000">
            <a:no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7" name="Google Shape;257;p19"/>
          <p:cNvSpPr txBox="1"/>
          <p:nvPr>
            <p:ph idx="1" type="body"/>
          </p:nvPr>
        </p:nvSpPr>
        <p:spPr>
          <a:xfrm>
            <a:off x="600075" y="1795850"/>
            <a:ext cx="5314950" cy="4531923"/>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8" name="Google Shape;258;p19"/>
          <p:cNvSpPr txBox="1"/>
          <p:nvPr>
            <p:ph idx="2" type="body"/>
          </p:nvPr>
        </p:nvSpPr>
        <p:spPr>
          <a:xfrm>
            <a:off x="6275388" y="1795851"/>
            <a:ext cx="5314950" cy="4531924"/>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9" name="Google Shape;259;p19"/>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0" name="Google Shape;260;p19"/>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1" name="Google Shape;261;p19"/>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parts, subheader">
  <p:cSld name="Two parts, subheader">
    <p:spTree>
      <p:nvGrpSpPr>
        <p:cNvPr id="262" name="Shape 262"/>
        <p:cNvGrpSpPr/>
        <p:nvPr/>
      </p:nvGrpSpPr>
      <p:grpSpPr>
        <a:xfrm>
          <a:off x="0" y="0"/>
          <a:ext cx="0" cy="0"/>
          <a:chOff x="0" y="0"/>
          <a:chExt cx="0" cy="0"/>
        </a:xfrm>
      </p:grpSpPr>
      <p:sp>
        <p:nvSpPr>
          <p:cNvPr id="263" name="Google Shape;263;p20"/>
          <p:cNvSpPr txBox="1"/>
          <p:nvPr>
            <p:ph type="title"/>
          </p:nvPr>
        </p:nvSpPr>
        <p:spPr>
          <a:xfrm>
            <a:off x="600075" y="1095632"/>
            <a:ext cx="10990263" cy="568412"/>
          </a:xfrm>
          <a:prstGeom prst="rect">
            <a:avLst/>
          </a:prstGeom>
          <a:noFill/>
          <a:ln>
            <a:noFill/>
          </a:ln>
        </p:spPr>
        <p:txBody>
          <a:bodyPr anchorCtr="0" anchor="t" bIns="45700" lIns="91425" spcFirstLastPara="1" rIns="91425" wrap="square" tIns="108000">
            <a:no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4" name="Google Shape;264;p20"/>
          <p:cNvSpPr txBox="1"/>
          <p:nvPr>
            <p:ph idx="1" type="body"/>
          </p:nvPr>
        </p:nvSpPr>
        <p:spPr>
          <a:xfrm>
            <a:off x="600075" y="1797111"/>
            <a:ext cx="5314950" cy="319971"/>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SzPts val="1800"/>
              <a:buNone/>
              <a:defRPr b="1" sz="1800">
                <a:solidFill>
                  <a:schemeClr val="accent1"/>
                </a:solidFill>
                <a:latin typeface="Figtree"/>
                <a:ea typeface="Figtree"/>
                <a:cs typeface="Figtree"/>
                <a:sym typeface="Figtree"/>
              </a:defRPr>
            </a:lvl1pPr>
            <a:lvl2pPr indent="-228600" lvl="1" marL="914400" algn="l">
              <a:lnSpc>
                <a:spcPct val="90000"/>
              </a:lnSpc>
              <a:spcBef>
                <a:spcPts val="500"/>
              </a:spcBef>
              <a:spcAft>
                <a:spcPts val="0"/>
              </a:spcAft>
              <a:buSzPts val="2000"/>
              <a:buNone/>
              <a:defRPr b="1" sz="2000"/>
            </a:lvl2pPr>
            <a:lvl3pPr indent="-228600" lvl="2" marL="1371600" algn="l">
              <a:lnSpc>
                <a:spcPct val="90000"/>
              </a:lnSpc>
              <a:spcBef>
                <a:spcPts val="500"/>
              </a:spcBef>
              <a:spcAft>
                <a:spcPts val="0"/>
              </a:spcAft>
              <a:buSzPts val="1800"/>
              <a:buNone/>
              <a:defRPr b="1" sz="1800"/>
            </a:lvl3pPr>
            <a:lvl4pPr indent="-228600" lvl="3" marL="1828800" algn="l">
              <a:lnSpc>
                <a:spcPct val="90000"/>
              </a:lnSpc>
              <a:spcBef>
                <a:spcPts val="500"/>
              </a:spcBef>
              <a:spcAft>
                <a:spcPts val="0"/>
              </a:spcAft>
              <a:buSzPts val="1600"/>
              <a:buNone/>
              <a:defRPr b="1" sz="1600"/>
            </a:lvl4pPr>
            <a:lvl5pPr indent="-228600" lvl="4" marL="2286000" algn="l">
              <a:lnSpc>
                <a:spcPct val="90000"/>
              </a:lnSpc>
              <a:spcBef>
                <a:spcPts val="500"/>
              </a:spcBef>
              <a:spcAft>
                <a:spcPts val="0"/>
              </a:spcAft>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65" name="Google Shape;265;p20"/>
          <p:cNvSpPr txBox="1"/>
          <p:nvPr>
            <p:ph idx="2" type="body"/>
          </p:nvPr>
        </p:nvSpPr>
        <p:spPr>
          <a:xfrm>
            <a:off x="600075" y="2179165"/>
            <a:ext cx="5314950" cy="4148611"/>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6" name="Google Shape;266;p20"/>
          <p:cNvSpPr txBox="1"/>
          <p:nvPr>
            <p:ph idx="3" type="body"/>
          </p:nvPr>
        </p:nvSpPr>
        <p:spPr>
          <a:xfrm>
            <a:off x="6275388" y="1797111"/>
            <a:ext cx="5314950" cy="319971"/>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SzPts val="1800"/>
              <a:buNone/>
              <a:defRPr b="1" sz="1800">
                <a:solidFill>
                  <a:schemeClr val="accent1"/>
                </a:solidFill>
                <a:latin typeface="Figtree"/>
                <a:ea typeface="Figtree"/>
                <a:cs typeface="Figtree"/>
                <a:sym typeface="Figtree"/>
              </a:defRPr>
            </a:lvl1pPr>
            <a:lvl2pPr indent="-228600" lvl="1" marL="914400" algn="l">
              <a:lnSpc>
                <a:spcPct val="90000"/>
              </a:lnSpc>
              <a:spcBef>
                <a:spcPts val="500"/>
              </a:spcBef>
              <a:spcAft>
                <a:spcPts val="0"/>
              </a:spcAft>
              <a:buSzPts val="2000"/>
              <a:buNone/>
              <a:defRPr b="1" sz="2000"/>
            </a:lvl2pPr>
            <a:lvl3pPr indent="-228600" lvl="2" marL="1371600" algn="l">
              <a:lnSpc>
                <a:spcPct val="90000"/>
              </a:lnSpc>
              <a:spcBef>
                <a:spcPts val="500"/>
              </a:spcBef>
              <a:spcAft>
                <a:spcPts val="0"/>
              </a:spcAft>
              <a:buSzPts val="1800"/>
              <a:buNone/>
              <a:defRPr b="1" sz="1800"/>
            </a:lvl3pPr>
            <a:lvl4pPr indent="-228600" lvl="3" marL="1828800" algn="l">
              <a:lnSpc>
                <a:spcPct val="90000"/>
              </a:lnSpc>
              <a:spcBef>
                <a:spcPts val="500"/>
              </a:spcBef>
              <a:spcAft>
                <a:spcPts val="0"/>
              </a:spcAft>
              <a:buSzPts val="1600"/>
              <a:buNone/>
              <a:defRPr b="1" sz="1600"/>
            </a:lvl4pPr>
            <a:lvl5pPr indent="-228600" lvl="4" marL="2286000" algn="l">
              <a:lnSpc>
                <a:spcPct val="90000"/>
              </a:lnSpc>
              <a:spcBef>
                <a:spcPts val="500"/>
              </a:spcBef>
              <a:spcAft>
                <a:spcPts val="0"/>
              </a:spcAft>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67" name="Google Shape;267;p20"/>
          <p:cNvSpPr txBox="1"/>
          <p:nvPr>
            <p:ph idx="4" type="body"/>
          </p:nvPr>
        </p:nvSpPr>
        <p:spPr>
          <a:xfrm>
            <a:off x="6275388" y="2179163"/>
            <a:ext cx="5314950" cy="4148611"/>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8" name="Google Shape;268;p20"/>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9" name="Google Shape;269;p20"/>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0" name="Google Shape;270;p20"/>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image">
  <p:cSld name="Text and image">
    <p:spTree>
      <p:nvGrpSpPr>
        <p:cNvPr id="271" name="Shape 271"/>
        <p:cNvGrpSpPr/>
        <p:nvPr/>
      </p:nvGrpSpPr>
      <p:grpSpPr>
        <a:xfrm>
          <a:off x="0" y="0"/>
          <a:ext cx="0" cy="0"/>
          <a:chOff x="0" y="0"/>
          <a:chExt cx="0" cy="0"/>
        </a:xfrm>
      </p:grpSpPr>
      <p:sp>
        <p:nvSpPr>
          <p:cNvPr id="272" name="Google Shape;272;p21"/>
          <p:cNvSpPr txBox="1"/>
          <p:nvPr>
            <p:ph type="title"/>
          </p:nvPr>
        </p:nvSpPr>
        <p:spPr>
          <a:xfrm>
            <a:off x="600076" y="1095632"/>
            <a:ext cx="4929982" cy="977612"/>
          </a:xfrm>
          <a:prstGeom prst="rect">
            <a:avLst/>
          </a:prstGeom>
          <a:noFill/>
          <a:ln>
            <a:noFill/>
          </a:ln>
        </p:spPr>
        <p:txBody>
          <a:bodyPr anchorCtr="0" anchor="t" bIns="45700" lIns="91425" spcFirstLastPara="1" rIns="91425" wrap="square" tIns="108000">
            <a:no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3" name="Google Shape;273;p21"/>
          <p:cNvSpPr txBox="1"/>
          <p:nvPr>
            <p:ph idx="1" type="body"/>
          </p:nvPr>
        </p:nvSpPr>
        <p:spPr>
          <a:xfrm>
            <a:off x="600075" y="2281473"/>
            <a:ext cx="4929982" cy="4046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4" name="Google Shape;274;p21"/>
          <p:cNvSpPr/>
          <p:nvPr>
            <p:ph idx="2" type="pic"/>
          </p:nvPr>
        </p:nvSpPr>
        <p:spPr>
          <a:xfrm>
            <a:off x="6096000" y="0"/>
            <a:ext cx="6096000" cy="6858000"/>
          </a:xfrm>
          <a:prstGeom prst="rect">
            <a:avLst/>
          </a:prstGeom>
          <a:noFill/>
          <a:ln>
            <a:noFill/>
          </a:ln>
        </p:spPr>
      </p:sp>
      <p:sp>
        <p:nvSpPr>
          <p:cNvPr id="275" name="Google Shape;275;p21"/>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6" name="Google Shape;276;p21"/>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7" name="Google Shape;277;p21"/>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light blue">
  <p:cSld name="Comparison, light blue">
    <p:bg>
      <p:bgPr>
        <a:solidFill>
          <a:schemeClr val="accent4"/>
        </a:solidFill>
      </p:bgPr>
    </p:bg>
    <p:spTree>
      <p:nvGrpSpPr>
        <p:cNvPr id="278" name="Shape 278"/>
        <p:cNvGrpSpPr/>
        <p:nvPr/>
      </p:nvGrpSpPr>
      <p:grpSpPr>
        <a:xfrm>
          <a:off x="0" y="0"/>
          <a:ext cx="0" cy="0"/>
          <a:chOff x="0" y="0"/>
          <a:chExt cx="0" cy="0"/>
        </a:xfrm>
      </p:grpSpPr>
      <p:sp>
        <p:nvSpPr>
          <p:cNvPr id="279" name="Google Shape;279;p22"/>
          <p:cNvSpPr/>
          <p:nvPr/>
        </p:nvSpPr>
        <p:spPr>
          <a:xfrm>
            <a:off x="0" y="0"/>
            <a:ext cx="6096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pic>
        <p:nvPicPr>
          <p:cNvPr id="280" name="Google Shape;280;p22"/>
          <p:cNvPicPr preferRelativeResize="0"/>
          <p:nvPr/>
        </p:nvPicPr>
        <p:blipFill rotWithShape="1">
          <a:blip r:embed="rId2">
            <a:alphaModFix/>
          </a:blip>
          <a:srcRect b="0" l="0" r="0" t="0"/>
          <a:stretch/>
        </p:blipFill>
        <p:spPr>
          <a:xfrm>
            <a:off x="182681" y="164553"/>
            <a:ext cx="648592" cy="725806"/>
          </a:xfrm>
          <a:prstGeom prst="rect">
            <a:avLst/>
          </a:prstGeom>
          <a:noFill/>
          <a:ln>
            <a:noFill/>
          </a:ln>
        </p:spPr>
      </p:pic>
      <p:sp>
        <p:nvSpPr>
          <p:cNvPr id="281" name="Google Shape;281;p22"/>
          <p:cNvSpPr txBox="1"/>
          <p:nvPr>
            <p:ph type="title"/>
          </p:nvPr>
        </p:nvSpPr>
        <p:spPr>
          <a:xfrm>
            <a:off x="600076" y="1095632"/>
            <a:ext cx="4929982" cy="977612"/>
          </a:xfrm>
          <a:prstGeom prst="rect">
            <a:avLst/>
          </a:prstGeom>
          <a:noFill/>
          <a:ln>
            <a:noFill/>
          </a:ln>
        </p:spPr>
        <p:txBody>
          <a:bodyPr anchorCtr="0" anchor="t" bIns="45700" lIns="91425" spcFirstLastPara="1" rIns="91425" wrap="square" tIns="108000">
            <a:no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2" name="Google Shape;282;p22"/>
          <p:cNvSpPr txBox="1"/>
          <p:nvPr>
            <p:ph idx="1" type="body"/>
          </p:nvPr>
        </p:nvSpPr>
        <p:spPr>
          <a:xfrm>
            <a:off x="600075" y="2281473"/>
            <a:ext cx="4929982" cy="4046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3" name="Google Shape;283;p22"/>
          <p:cNvSpPr txBox="1"/>
          <p:nvPr>
            <p:ph idx="2" type="body"/>
          </p:nvPr>
        </p:nvSpPr>
        <p:spPr>
          <a:xfrm>
            <a:off x="6660356" y="1095632"/>
            <a:ext cx="4928392" cy="977612"/>
          </a:xfrm>
          <a:prstGeom prst="rect">
            <a:avLst/>
          </a:prstGeom>
          <a:noFill/>
          <a:ln>
            <a:noFill/>
          </a:ln>
        </p:spPr>
        <p:txBody>
          <a:bodyPr anchorCtr="0" anchor="t" bIns="45700" lIns="91425" spcFirstLastPara="1" rIns="91425" wrap="square" tIns="108000">
            <a:noAutofit/>
          </a:bodyPr>
          <a:lstStyle>
            <a:lvl1pPr indent="-228600" lvl="0" marL="457200" algn="l">
              <a:lnSpc>
                <a:spcPct val="90000"/>
              </a:lnSpc>
              <a:spcBef>
                <a:spcPts val="1000"/>
              </a:spcBef>
              <a:spcAft>
                <a:spcPts val="0"/>
              </a:spcAft>
              <a:buSzPts val="3600"/>
              <a:buNone/>
              <a:defRPr b="1" sz="3600">
                <a:solidFill>
                  <a:schemeClr val="dk2"/>
                </a:solidFill>
                <a:latin typeface="Figtree"/>
                <a:ea typeface="Figtree"/>
                <a:cs typeface="Figtree"/>
                <a:sym typeface="Figtree"/>
              </a:defRPr>
            </a:lvl1pPr>
            <a:lvl2pPr indent="-228600" lvl="1" marL="914400" algn="l">
              <a:lnSpc>
                <a:spcPct val="90000"/>
              </a:lnSpc>
              <a:spcBef>
                <a:spcPts val="500"/>
              </a:spcBef>
              <a:spcAft>
                <a:spcPts val="0"/>
              </a:spcAft>
              <a:buSzPts val="1800"/>
              <a:buNone/>
              <a:defRPr>
                <a:solidFill>
                  <a:schemeClr val="dk2"/>
                </a:solidFill>
                <a:latin typeface="Figtree"/>
                <a:ea typeface="Figtree"/>
                <a:cs typeface="Figtree"/>
                <a:sym typeface="Figtree"/>
              </a:defRPr>
            </a:lvl2pPr>
            <a:lvl3pPr indent="-228600" lvl="2" marL="1371600" algn="l">
              <a:lnSpc>
                <a:spcPct val="90000"/>
              </a:lnSpc>
              <a:spcBef>
                <a:spcPts val="500"/>
              </a:spcBef>
              <a:spcAft>
                <a:spcPts val="0"/>
              </a:spcAft>
              <a:buSzPts val="1600"/>
              <a:buNone/>
              <a:defRPr>
                <a:solidFill>
                  <a:schemeClr val="dk2"/>
                </a:solidFill>
                <a:latin typeface="Figtree"/>
                <a:ea typeface="Figtree"/>
                <a:cs typeface="Figtree"/>
                <a:sym typeface="Figtree"/>
              </a:defRPr>
            </a:lvl3pPr>
            <a:lvl4pPr indent="-228600" lvl="3" marL="1828800" algn="l">
              <a:lnSpc>
                <a:spcPct val="90000"/>
              </a:lnSpc>
              <a:spcBef>
                <a:spcPts val="500"/>
              </a:spcBef>
              <a:spcAft>
                <a:spcPts val="0"/>
              </a:spcAft>
              <a:buSzPts val="1400"/>
              <a:buNone/>
              <a:defRPr>
                <a:solidFill>
                  <a:schemeClr val="dk2"/>
                </a:solidFill>
                <a:latin typeface="Figtree"/>
                <a:ea typeface="Figtree"/>
                <a:cs typeface="Figtree"/>
                <a:sym typeface="Figtree"/>
              </a:defRPr>
            </a:lvl4pPr>
            <a:lvl5pPr indent="-228600" lvl="4" marL="2286000" algn="l">
              <a:lnSpc>
                <a:spcPct val="90000"/>
              </a:lnSpc>
              <a:spcBef>
                <a:spcPts val="500"/>
              </a:spcBef>
              <a:spcAft>
                <a:spcPts val="0"/>
              </a:spcAft>
              <a:buSzPts val="1200"/>
              <a:buNone/>
              <a:defRPr>
                <a:solidFill>
                  <a:schemeClr val="dk2"/>
                </a:solidFill>
                <a:latin typeface="Figtree"/>
                <a:ea typeface="Figtree"/>
                <a:cs typeface="Figtree"/>
                <a:sym typeface="Figtre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4" name="Google Shape;284;p22"/>
          <p:cNvSpPr txBox="1"/>
          <p:nvPr>
            <p:ph idx="3" type="body"/>
          </p:nvPr>
        </p:nvSpPr>
        <p:spPr>
          <a:xfrm>
            <a:off x="6661947" y="2281473"/>
            <a:ext cx="4928391" cy="4046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5" name="Google Shape;285;p22"/>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6" name="Google Shape;286;p22"/>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7" name="Google Shape;287;p22"/>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and">
  <p:cSld name="Comparison, sand">
    <p:bg>
      <p:bgPr>
        <a:solidFill>
          <a:schemeClr val="lt2"/>
        </a:solidFill>
      </p:bgPr>
    </p:bg>
    <p:spTree>
      <p:nvGrpSpPr>
        <p:cNvPr id="288" name="Shape 288"/>
        <p:cNvGrpSpPr/>
        <p:nvPr/>
      </p:nvGrpSpPr>
      <p:grpSpPr>
        <a:xfrm>
          <a:off x="0" y="0"/>
          <a:ext cx="0" cy="0"/>
          <a:chOff x="0" y="0"/>
          <a:chExt cx="0" cy="0"/>
        </a:xfrm>
      </p:grpSpPr>
      <p:sp>
        <p:nvSpPr>
          <p:cNvPr id="289" name="Google Shape;289;p23"/>
          <p:cNvSpPr/>
          <p:nvPr/>
        </p:nvSpPr>
        <p:spPr>
          <a:xfrm>
            <a:off x="0" y="0"/>
            <a:ext cx="6096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pic>
        <p:nvPicPr>
          <p:cNvPr id="290" name="Google Shape;290;p23"/>
          <p:cNvPicPr preferRelativeResize="0"/>
          <p:nvPr/>
        </p:nvPicPr>
        <p:blipFill rotWithShape="1">
          <a:blip r:embed="rId2">
            <a:alphaModFix/>
          </a:blip>
          <a:srcRect b="0" l="0" r="0" t="0"/>
          <a:stretch/>
        </p:blipFill>
        <p:spPr>
          <a:xfrm>
            <a:off x="182681" y="164553"/>
            <a:ext cx="648592" cy="725806"/>
          </a:xfrm>
          <a:prstGeom prst="rect">
            <a:avLst/>
          </a:prstGeom>
          <a:noFill/>
          <a:ln>
            <a:noFill/>
          </a:ln>
        </p:spPr>
      </p:pic>
      <p:sp>
        <p:nvSpPr>
          <p:cNvPr id="291" name="Google Shape;291;p23"/>
          <p:cNvSpPr txBox="1"/>
          <p:nvPr>
            <p:ph type="title"/>
          </p:nvPr>
        </p:nvSpPr>
        <p:spPr>
          <a:xfrm>
            <a:off x="600076" y="1095632"/>
            <a:ext cx="4929982" cy="977612"/>
          </a:xfrm>
          <a:prstGeom prst="rect">
            <a:avLst/>
          </a:prstGeom>
          <a:noFill/>
          <a:ln>
            <a:noFill/>
          </a:ln>
        </p:spPr>
        <p:txBody>
          <a:bodyPr anchorCtr="0" anchor="t" bIns="45700" lIns="91425" spcFirstLastPara="1" rIns="91425" wrap="square" tIns="108000">
            <a:no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2" name="Google Shape;292;p23"/>
          <p:cNvSpPr txBox="1"/>
          <p:nvPr>
            <p:ph idx="1" type="body"/>
          </p:nvPr>
        </p:nvSpPr>
        <p:spPr>
          <a:xfrm>
            <a:off x="600075" y="2281473"/>
            <a:ext cx="4929982" cy="4046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3" name="Google Shape;293;p23"/>
          <p:cNvSpPr txBox="1"/>
          <p:nvPr>
            <p:ph idx="2" type="body"/>
          </p:nvPr>
        </p:nvSpPr>
        <p:spPr>
          <a:xfrm>
            <a:off x="6660356" y="1095632"/>
            <a:ext cx="4928392" cy="977612"/>
          </a:xfrm>
          <a:prstGeom prst="rect">
            <a:avLst/>
          </a:prstGeom>
          <a:noFill/>
          <a:ln>
            <a:noFill/>
          </a:ln>
        </p:spPr>
        <p:txBody>
          <a:bodyPr anchorCtr="0" anchor="t" bIns="45700" lIns="91425" spcFirstLastPara="1" rIns="91425" wrap="square" tIns="108000">
            <a:noAutofit/>
          </a:bodyPr>
          <a:lstStyle>
            <a:lvl1pPr indent="-228600" lvl="0" marL="457200" algn="l">
              <a:lnSpc>
                <a:spcPct val="90000"/>
              </a:lnSpc>
              <a:spcBef>
                <a:spcPts val="1000"/>
              </a:spcBef>
              <a:spcAft>
                <a:spcPts val="0"/>
              </a:spcAft>
              <a:buSzPts val="3600"/>
              <a:buNone/>
              <a:defRPr b="1" sz="3600">
                <a:solidFill>
                  <a:schemeClr val="dk2"/>
                </a:solidFill>
                <a:latin typeface="Figtree"/>
                <a:ea typeface="Figtree"/>
                <a:cs typeface="Figtree"/>
                <a:sym typeface="Figtree"/>
              </a:defRPr>
            </a:lvl1pPr>
            <a:lvl2pPr indent="-228600" lvl="1" marL="914400" algn="l">
              <a:lnSpc>
                <a:spcPct val="90000"/>
              </a:lnSpc>
              <a:spcBef>
                <a:spcPts val="500"/>
              </a:spcBef>
              <a:spcAft>
                <a:spcPts val="0"/>
              </a:spcAft>
              <a:buSzPts val="1800"/>
              <a:buNone/>
              <a:defRPr>
                <a:solidFill>
                  <a:schemeClr val="dk2"/>
                </a:solidFill>
                <a:latin typeface="Figtree"/>
                <a:ea typeface="Figtree"/>
                <a:cs typeface="Figtree"/>
                <a:sym typeface="Figtree"/>
              </a:defRPr>
            </a:lvl2pPr>
            <a:lvl3pPr indent="-228600" lvl="2" marL="1371600" algn="l">
              <a:lnSpc>
                <a:spcPct val="90000"/>
              </a:lnSpc>
              <a:spcBef>
                <a:spcPts val="500"/>
              </a:spcBef>
              <a:spcAft>
                <a:spcPts val="0"/>
              </a:spcAft>
              <a:buSzPts val="1600"/>
              <a:buNone/>
              <a:defRPr>
                <a:solidFill>
                  <a:schemeClr val="dk2"/>
                </a:solidFill>
                <a:latin typeface="Figtree"/>
                <a:ea typeface="Figtree"/>
                <a:cs typeface="Figtree"/>
                <a:sym typeface="Figtree"/>
              </a:defRPr>
            </a:lvl3pPr>
            <a:lvl4pPr indent="-228600" lvl="3" marL="1828800" algn="l">
              <a:lnSpc>
                <a:spcPct val="90000"/>
              </a:lnSpc>
              <a:spcBef>
                <a:spcPts val="500"/>
              </a:spcBef>
              <a:spcAft>
                <a:spcPts val="0"/>
              </a:spcAft>
              <a:buSzPts val="1400"/>
              <a:buNone/>
              <a:defRPr>
                <a:solidFill>
                  <a:schemeClr val="dk2"/>
                </a:solidFill>
                <a:latin typeface="Figtree"/>
                <a:ea typeface="Figtree"/>
                <a:cs typeface="Figtree"/>
                <a:sym typeface="Figtree"/>
              </a:defRPr>
            </a:lvl4pPr>
            <a:lvl5pPr indent="-228600" lvl="4" marL="2286000" algn="l">
              <a:lnSpc>
                <a:spcPct val="90000"/>
              </a:lnSpc>
              <a:spcBef>
                <a:spcPts val="500"/>
              </a:spcBef>
              <a:spcAft>
                <a:spcPts val="0"/>
              </a:spcAft>
              <a:buSzPts val="1200"/>
              <a:buNone/>
              <a:defRPr>
                <a:solidFill>
                  <a:schemeClr val="dk2"/>
                </a:solidFill>
                <a:latin typeface="Figtree"/>
                <a:ea typeface="Figtree"/>
                <a:cs typeface="Figtree"/>
                <a:sym typeface="Figtre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4" name="Google Shape;294;p23"/>
          <p:cNvSpPr txBox="1"/>
          <p:nvPr>
            <p:ph idx="3" type="body"/>
          </p:nvPr>
        </p:nvSpPr>
        <p:spPr>
          <a:xfrm>
            <a:off x="6661947" y="2281473"/>
            <a:ext cx="4928391" cy="4046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5" name="Google Shape;295;p23"/>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6" name="Google Shape;296;p23"/>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7" name="Google Shape;297;p23"/>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KTH blue">
  <p:cSld name="Comparison, KTH blue">
    <p:bg>
      <p:bgPr>
        <a:solidFill>
          <a:schemeClr val="accent1"/>
        </a:solidFill>
      </p:bgPr>
    </p:bg>
    <p:spTree>
      <p:nvGrpSpPr>
        <p:cNvPr id="298" name="Shape 298"/>
        <p:cNvGrpSpPr/>
        <p:nvPr/>
      </p:nvGrpSpPr>
      <p:grpSpPr>
        <a:xfrm>
          <a:off x="0" y="0"/>
          <a:ext cx="0" cy="0"/>
          <a:chOff x="0" y="0"/>
          <a:chExt cx="0" cy="0"/>
        </a:xfrm>
      </p:grpSpPr>
      <p:sp>
        <p:nvSpPr>
          <p:cNvPr id="299" name="Google Shape;299;p24"/>
          <p:cNvSpPr/>
          <p:nvPr/>
        </p:nvSpPr>
        <p:spPr>
          <a:xfrm>
            <a:off x="0" y="0"/>
            <a:ext cx="6096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pic>
        <p:nvPicPr>
          <p:cNvPr id="300" name="Google Shape;300;p24"/>
          <p:cNvPicPr preferRelativeResize="0"/>
          <p:nvPr/>
        </p:nvPicPr>
        <p:blipFill rotWithShape="1">
          <a:blip r:embed="rId2">
            <a:alphaModFix/>
          </a:blip>
          <a:srcRect b="0" l="0" r="0" t="0"/>
          <a:stretch/>
        </p:blipFill>
        <p:spPr>
          <a:xfrm>
            <a:off x="182681" y="164553"/>
            <a:ext cx="648592" cy="725806"/>
          </a:xfrm>
          <a:prstGeom prst="rect">
            <a:avLst/>
          </a:prstGeom>
          <a:noFill/>
          <a:ln>
            <a:noFill/>
          </a:ln>
        </p:spPr>
      </p:pic>
      <p:sp>
        <p:nvSpPr>
          <p:cNvPr id="301" name="Google Shape;301;p24"/>
          <p:cNvSpPr txBox="1"/>
          <p:nvPr>
            <p:ph type="title"/>
          </p:nvPr>
        </p:nvSpPr>
        <p:spPr>
          <a:xfrm>
            <a:off x="600076" y="1095632"/>
            <a:ext cx="4929982" cy="977612"/>
          </a:xfrm>
          <a:prstGeom prst="rect">
            <a:avLst/>
          </a:prstGeom>
          <a:noFill/>
          <a:ln>
            <a:noFill/>
          </a:ln>
        </p:spPr>
        <p:txBody>
          <a:bodyPr anchorCtr="0" anchor="t" bIns="45700" lIns="91425" spcFirstLastPara="1" rIns="91425" wrap="square" tIns="108000">
            <a:no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2" name="Google Shape;302;p24"/>
          <p:cNvSpPr txBox="1"/>
          <p:nvPr>
            <p:ph idx="1" type="body"/>
          </p:nvPr>
        </p:nvSpPr>
        <p:spPr>
          <a:xfrm>
            <a:off x="600075" y="2281473"/>
            <a:ext cx="4929982" cy="4046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3" name="Google Shape;303;p24"/>
          <p:cNvSpPr txBox="1"/>
          <p:nvPr>
            <p:ph idx="2" type="body"/>
          </p:nvPr>
        </p:nvSpPr>
        <p:spPr>
          <a:xfrm>
            <a:off x="6660356" y="1095632"/>
            <a:ext cx="4928392" cy="977612"/>
          </a:xfrm>
          <a:prstGeom prst="rect">
            <a:avLst/>
          </a:prstGeom>
          <a:noFill/>
          <a:ln>
            <a:noFill/>
          </a:ln>
        </p:spPr>
        <p:txBody>
          <a:bodyPr anchorCtr="0" anchor="t" bIns="45700" lIns="91425" spcFirstLastPara="1" rIns="91425" wrap="square" tIns="108000">
            <a:noAutofit/>
          </a:bodyPr>
          <a:lstStyle>
            <a:lvl1pPr indent="-228600" lvl="0" marL="457200" algn="l">
              <a:lnSpc>
                <a:spcPct val="90000"/>
              </a:lnSpc>
              <a:spcBef>
                <a:spcPts val="1000"/>
              </a:spcBef>
              <a:spcAft>
                <a:spcPts val="0"/>
              </a:spcAft>
              <a:buSzPts val="3600"/>
              <a:buNone/>
              <a:defRPr b="1" sz="3600">
                <a:solidFill>
                  <a:schemeClr val="lt1"/>
                </a:solidFill>
                <a:latin typeface="Figtree"/>
                <a:ea typeface="Figtree"/>
                <a:cs typeface="Figtree"/>
                <a:sym typeface="Figtree"/>
              </a:defRPr>
            </a:lvl1pPr>
            <a:lvl2pPr indent="-228600" lvl="1" marL="914400" algn="l">
              <a:lnSpc>
                <a:spcPct val="90000"/>
              </a:lnSpc>
              <a:spcBef>
                <a:spcPts val="500"/>
              </a:spcBef>
              <a:spcAft>
                <a:spcPts val="0"/>
              </a:spcAft>
              <a:buSzPts val="1800"/>
              <a:buNone/>
              <a:defRPr>
                <a:solidFill>
                  <a:schemeClr val="dk2"/>
                </a:solidFill>
                <a:latin typeface="Figtree"/>
                <a:ea typeface="Figtree"/>
                <a:cs typeface="Figtree"/>
                <a:sym typeface="Figtree"/>
              </a:defRPr>
            </a:lvl2pPr>
            <a:lvl3pPr indent="-228600" lvl="2" marL="1371600" algn="l">
              <a:lnSpc>
                <a:spcPct val="90000"/>
              </a:lnSpc>
              <a:spcBef>
                <a:spcPts val="500"/>
              </a:spcBef>
              <a:spcAft>
                <a:spcPts val="0"/>
              </a:spcAft>
              <a:buSzPts val="1600"/>
              <a:buNone/>
              <a:defRPr>
                <a:solidFill>
                  <a:schemeClr val="dk2"/>
                </a:solidFill>
                <a:latin typeface="Figtree"/>
                <a:ea typeface="Figtree"/>
                <a:cs typeface="Figtree"/>
                <a:sym typeface="Figtree"/>
              </a:defRPr>
            </a:lvl3pPr>
            <a:lvl4pPr indent="-228600" lvl="3" marL="1828800" algn="l">
              <a:lnSpc>
                <a:spcPct val="90000"/>
              </a:lnSpc>
              <a:spcBef>
                <a:spcPts val="500"/>
              </a:spcBef>
              <a:spcAft>
                <a:spcPts val="0"/>
              </a:spcAft>
              <a:buSzPts val="1400"/>
              <a:buNone/>
              <a:defRPr>
                <a:solidFill>
                  <a:schemeClr val="dk2"/>
                </a:solidFill>
                <a:latin typeface="Figtree"/>
                <a:ea typeface="Figtree"/>
                <a:cs typeface="Figtree"/>
                <a:sym typeface="Figtree"/>
              </a:defRPr>
            </a:lvl4pPr>
            <a:lvl5pPr indent="-228600" lvl="4" marL="2286000" algn="l">
              <a:lnSpc>
                <a:spcPct val="90000"/>
              </a:lnSpc>
              <a:spcBef>
                <a:spcPts val="500"/>
              </a:spcBef>
              <a:spcAft>
                <a:spcPts val="0"/>
              </a:spcAft>
              <a:buSzPts val="1200"/>
              <a:buNone/>
              <a:defRPr>
                <a:solidFill>
                  <a:schemeClr val="dk2"/>
                </a:solidFill>
                <a:latin typeface="Figtree"/>
                <a:ea typeface="Figtree"/>
                <a:cs typeface="Figtree"/>
                <a:sym typeface="Figtre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4" name="Google Shape;304;p24"/>
          <p:cNvSpPr txBox="1"/>
          <p:nvPr>
            <p:ph idx="3" type="body"/>
          </p:nvPr>
        </p:nvSpPr>
        <p:spPr>
          <a:xfrm>
            <a:off x="6661947" y="2281473"/>
            <a:ext cx="4928391" cy="4046300"/>
          </a:xfrm>
          <a:prstGeom prst="rect">
            <a:avLst/>
          </a:prstGeom>
          <a:noFill/>
          <a:ln>
            <a:noFill/>
          </a:ln>
        </p:spPr>
        <p:txBody>
          <a:bodyPr anchorCtr="0" anchor="t" bIns="45700" lIns="91425" spcFirstLastPara="1" rIns="91425" wrap="square" tIns="45700">
            <a:noAutofit/>
          </a:bodyPr>
          <a:lstStyle>
            <a:lvl1pPr indent="-355600" lvl="0" marL="457200" algn="l">
              <a:lnSpc>
                <a:spcPct val="90000"/>
              </a:lnSpc>
              <a:spcBef>
                <a:spcPts val="1000"/>
              </a:spcBef>
              <a:spcAft>
                <a:spcPts val="0"/>
              </a:spcAft>
              <a:buClr>
                <a:schemeClr val="accent2"/>
              </a:buClr>
              <a:buSzPts val="2000"/>
              <a:buChar char="•"/>
              <a:defRPr>
                <a:solidFill>
                  <a:schemeClr val="lt1"/>
                </a:solidFill>
              </a:defRPr>
            </a:lvl1pPr>
            <a:lvl2pPr indent="-342900" lvl="1" marL="914400" algn="l">
              <a:lnSpc>
                <a:spcPct val="90000"/>
              </a:lnSpc>
              <a:spcBef>
                <a:spcPts val="500"/>
              </a:spcBef>
              <a:spcAft>
                <a:spcPts val="0"/>
              </a:spcAft>
              <a:buClr>
                <a:schemeClr val="accent2"/>
              </a:buClr>
              <a:buSzPts val="1800"/>
              <a:buChar char="•"/>
              <a:defRPr>
                <a:solidFill>
                  <a:schemeClr val="lt1"/>
                </a:solidFill>
              </a:defRPr>
            </a:lvl2pPr>
            <a:lvl3pPr indent="-330200" lvl="2" marL="1371600" algn="l">
              <a:lnSpc>
                <a:spcPct val="90000"/>
              </a:lnSpc>
              <a:spcBef>
                <a:spcPts val="500"/>
              </a:spcBef>
              <a:spcAft>
                <a:spcPts val="0"/>
              </a:spcAft>
              <a:buClr>
                <a:schemeClr val="accent2"/>
              </a:buClr>
              <a:buSzPts val="1600"/>
              <a:buChar char="•"/>
              <a:defRPr>
                <a:solidFill>
                  <a:schemeClr val="lt1"/>
                </a:solidFill>
              </a:defRPr>
            </a:lvl3pPr>
            <a:lvl4pPr indent="-317500" lvl="3" marL="1828800" algn="l">
              <a:lnSpc>
                <a:spcPct val="90000"/>
              </a:lnSpc>
              <a:spcBef>
                <a:spcPts val="500"/>
              </a:spcBef>
              <a:spcAft>
                <a:spcPts val="0"/>
              </a:spcAft>
              <a:buClr>
                <a:schemeClr val="accent2"/>
              </a:buClr>
              <a:buSzPts val="1400"/>
              <a:buChar char="•"/>
              <a:defRPr>
                <a:solidFill>
                  <a:schemeClr val="lt1"/>
                </a:solidFill>
              </a:defRPr>
            </a:lvl4pPr>
            <a:lvl5pPr indent="-304800" lvl="4" marL="2286000" algn="l">
              <a:lnSpc>
                <a:spcPct val="90000"/>
              </a:lnSpc>
              <a:spcBef>
                <a:spcPts val="500"/>
              </a:spcBef>
              <a:spcAft>
                <a:spcPts val="0"/>
              </a:spcAft>
              <a:buClr>
                <a:schemeClr val="accent2"/>
              </a:buClr>
              <a:buSzPts val="12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5" name="Google Shape;305;p24"/>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6" name="Google Shape;306;p24"/>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7" name="Google Shape;307;p24"/>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navy blue">
  <p:cSld name="Comparison, navy blue">
    <p:bg>
      <p:bgPr>
        <a:solidFill>
          <a:schemeClr val="dk2"/>
        </a:solidFill>
      </p:bgPr>
    </p:bg>
    <p:spTree>
      <p:nvGrpSpPr>
        <p:cNvPr id="308" name="Shape 308"/>
        <p:cNvGrpSpPr/>
        <p:nvPr/>
      </p:nvGrpSpPr>
      <p:grpSpPr>
        <a:xfrm>
          <a:off x="0" y="0"/>
          <a:ext cx="0" cy="0"/>
          <a:chOff x="0" y="0"/>
          <a:chExt cx="0" cy="0"/>
        </a:xfrm>
      </p:grpSpPr>
      <p:sp>
        <p:nvSpPr>
          <p:cNvPr id="309" name="Google Shape;309;p25"/>
          <p:cNvSpPr/>
          <p:nvPr/>
        </p:nvSpPr>
        <p:spPr>
          <a:xfrm>
            <a:off x="0" y="0"/>
            <a:ext cx="6096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pic>
        <p:nvPicPr>
          <p:cNvPr id="310" name="Google Shape;310;p25"/>
          <p:cNvPicPr preferRelativeResize="0"/>
          <p:nvPr/>
        </p:nvPicPr>
        <p:blipFill rotWithShape="1">
          <a:blip r:embed="rId2">
            <a:alphaModFix/>
          </a:blip>
          <a:srcRect b="0" l="0" r="0" t="0"/>
          <a:stretch/>
        </p:blipFill>
        <p:spPr>
          <a:xfrm>
            <a:off x="182681" y="164553"/>
            <a:ext cx="648592" cy="725806"/>
          </a:xfrm>
          <a:prstGeom prst="rect">
            <a:avLst/>
          </a:prstGeom>
          <a:noFill/>
          <a:ln>
            <a:noFill/>
          </a:ln>
        </p:spPr>
      </p:pic>
      <p:sp>
        <p:nvSpPr>
          <p:cNvPr id="311" name="Google Shape;311;p25"/>
          <p:cNvSpPr txBox="1"/>
          <p:nvPr>
            <p:ph type="title"/>
          </p:nvPr>
        </p:nvSpPr>
        <p:spPr>
          <a:xfrm>
            <a:off x="600076" y="1095632"/>
            <a:ext cx="4929982" cy="977612"/>
          </a:xfrm>
          <a:prstGeom prst="rect">
            <a:avLst/>
          </a:prstGeom>
          <a:noFill/>
          <a:ln>
            <a:noFill/>
          </a:ln>
        </p:spPr>
        <p:txBody>
          <a:bodyPr anchorCtr="0" anchor="t" bIns="45700" lIns="91425" spcFirstLastPara="1" rIns="91425" wrap="square" tIns="108000">
            <a:no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2" name="Google Shape;312;p25"/>
          <p:cNvSpPr txBox="1"/>
          <p:nvPr>
            <p:ph idx="1" type="body"/>
          </p:nvPr>
        </p:nvSpPr>
        <p:spPr>
          <a:xfrm>
            <a:off x="600075" y="2281473"/>
            <a:ext cx="4929982" cy="4046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3" name="Google Shape;313;p25"/>
          <p:cNvSpPr txBox="1"/>
          <p:nvPr>
            <p:ph idx="2" type="body"/>
          </p:nvPr>
        </p:nvSpPr>
        <p:spPr>
          <a:xfrm>
            <a:off x="6660356" y="1095632"/>
            <a:ext cx="4928392" cy="977612"/>
          </a:xfrm>
          <a:prstGeom prst="rect">
            <a:avLst/>
          </a:prstGeom>
          <a:noFill/>
          <a:ln>
            <a:noFill/>
          </a:ln>
        </p:spPr>
        <p:txBody>
          <a:bodyPr anchorCtr="0" anchor="t" bIns="45700" lIns="91425" spcFirstLastPara="1" rIns="91425" wrap="square" tIns="108000">
            <a:noAutofit/>
          </a:bodyPr>
          <a:lstStyle>
            <a:lvl1pPr indent="-228600" lvl="0" marL="457200" algn="l">
              <a:lnSpc>
                <a:spcPct val="90000"/>
              </a:lnSpc>
              <a:spcBef>
                <a:spcPts val="1000"/>
              </a:spcBef>
              <a:spcAft>
                <a:spcPts val="0"/>
              </a:spcAft>
              <a:buSzPts val="3600"/>
              <a:buNone/>
              <a:defRPr b="1" sz="3600">
                <a:solidFill>
                  <a:schemeClr val="lt1"/>
                </a:solidFill>
                <a:latin typeface="Figtree"/>
                <a:ea typeface="Figtree"/>
                <a:cs typeface="Figtree"/>
                <a:sym typeface="Figtree"/>
              </a:defRPr>
            </a:lvl1pPr>
            <a:lvl2pPr indent="-228600" lvl="1" marL="914400" algn="l">
              <a:lnSpc>
                <a:spcPct val="90000"/>
              </a:lnSpc>
              <a:spcBef>
                <a:spcPts val="500"/>
              </a:spcBef>
              <a:spcAft>
                <a:spcPts val="0"/>
              </a:spcAft>
              <a:buSzPts val="1800"/>
              <a:buNone/>
              <a:defRPr>
                <a:solidFill>
                  <a:schemeClr val="dk2"/>
                </a:solidFill>
                <a:latin typeface="Figtree"/>
                <a:ea typeface="Figtree"/>
                <a:cs typeface="Figtree"/>
                <a:sym typeface="Figtree"/>
              </a:defRPr>
            </a:lvl2pPr>
            <a:lvl3pPr indent="-228600" lvl="2" marL="1371600" algn="l">
              <a:lnSpc>
                <a:spcPct val="90000"/>
              </a:lnSpc>
              <a:spcBef>
                <a:spcPts val="500"/>
              </a:spcBef>
              <a:spcAft>
                <a:spcPts val="0"/>
              </a:spcAft>
              <a:buSzPts val="1600"/>
              <a:buNone/>
              <a:defRPr>
                <a:solidFill>
                  <a:schemeClr val="dk2"/>
                </a:solidFill>
                <a:latin typeface="Figtree"/>
                <a:ea typeface="Figtree"/>
                <a:cs typeface="Figtree"/>
                <a:sym typeface="Figtree"/>
              </a:defRPr>
            </a:lvl3pPr>
            <a:lvl4pPr indent="-228600" lvl="3" marL="1828800" algn="l">
              <a:lnSpc>
                <a:spcPct val="90000"/>
              </a:lnSpc>
              <a:spcBef>
                <a:spcPts val="500"/>
              </a:spcBef>
              <a:spcAft>
                <a:spcPts val="0"/>
              </a:spcAft>
              <a:buSzPts val="1400"/>
              <a:buNone/>
              <a:defRPr>
                <a:solidFill>
                  <a:schemeClr val="dk2"/>
                </a:solidFill>
                <a:latin typeface="Figtree"/>
                <a:ea typeface="Figtree"/>
                <a:cs typeface="Figtree"/>
                <a:sym typeface="Figtree"/>
              </a:defRPr>
            </a:lvl4pPr>
            <a:lvl5pPr indent="-228600" lvl="4" marL="2286000" algn="l">
              <a:lnSpc>
                <a:spcPct val="90000"/>
              </a:lnSpc>
              <a:spcBef>
                <a:spcPts val="500"/>
              </a:spcBef>
              <a:spcAft>
                <a:spcPts val="0"/>
              </a:spcAft>
              <a:buSzPts val="1200"/>
              <a:buNone/>
              <a:defRPr>
                <a:solidFill>
                  <a:schemeClr val="dk2"/>
                </a:solidFill>
                <a:latin typeface="Figtree"/>
                <a:ea typeface="Figtree"/>
                <a:cs typeface="Figtree"/>
                <a:sym typeface="Figtre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4" name="Google Shape;314;p25"/>
          <p:cNvSpPr txBox="1"/>
          <p:nvPr>
            <p:ph idx="3" type="body"/>
          </p:nvPr>
        </p:nvSpPr>
        <p:spPr>
          <a:xfrm>
            <a:off x="6661947" y="2281473"/>
            <a:ext cx="4928391" cy="4046300"/>
          </a:xfrm>
          <a:prstGeom prst="rect">
            <a:avLst/>
          </a:prstGeom>
          <a:noFill/>
          <a:ln>
            <a:noFill/>
          </a:ln>
        </p:spPr>
        <p:txBody>
          <a:bodyPr anchorCtr="0" anchor="t" bIns="45700" lIns="91425" spcFirstLastPara="1" rIns="91425" wrap="square" tIns="45700">
            <a:noAutofit/>
          </a:bodyPr>
          <a:lstStyle>
            <a:lvl1pPr indent="-355600" lvl="0" marL="457200" algn="l">
              <a:lnSpc>
                <a:spcPct val="90000"/>
              </a:lnSpc>
              <a:spcBef>
                <a:spcPts val="1000"/>
              </a:spcBef>
              <a:spcAft>
                <a:spcPts val="0"/>
              </a:spcAft>
              <a:buSzPts val="2000"/>
              <a:buChar char="•"/>
              <a:defRPr>
                <a:solidFill>
                  <a:schemeClr val="lt1"/>
                </a:solidFill>
              </a:defRPr>
            </a:lvl1pPr>
            <a:lvl2pPr indent="-342900" lvl="1" marL="914400" algn="l">
              <a:lnSpc>
                <a:spcPct val="90000"/>
              </a:lnSpc>
              <a:spcBef>
                <a:spcPts val="500"/>
              </a:spcBef>
              <a:spcAft>
                <a:spcPts val="0"/>
              </a:spcAft>
              <a:buSzPts val="1800"/>
              <a:buChar char="•"/>
              <a:defRPr>
                <a:solidFill>
                  <a:schemeClr val="lt1"/>
                </a:solidFill>
              </a:defRPr>
            </a:lvl2pPr>
            <a:lvl3pPr indent="-330200" lvl="2" marL="1371600" algn="l">
              <a:lnSpc>
                <a:spcPct val="90000"/>
              </a:lnSpc>
              <a:spcBef>
                <a:spcPts val="500"/>
              </a:spcBef>
              <a:spcAft>
                <a:spcPts val="0"/>
              </a:spcAft>
              <a:buSzPts val="1600"/>
              <a:buChar char="•"/>
              <a:defRPr>
                <a:solidFill>
                  <a:schemeClr val="lt1"/>
                </a:solidFill>
              </a:defRPr>
            </a:lvl3pPr>
            <a:lvl4pPr indent="-317500" lvl="3" marL="1828800" algn="l">
              <a:lnSpc>
                <a:spcPct val="90000"/>
              </a:lnSpc>
              <a:spcBef>
                <a:spcPts val="500"/>
              </a:spcBef>
              <a:spcAft>
                <a:spcPts val="0"/>
              </a:spcAft>
              <a:buSzPts val="1400"/>
              <a:buChar char="•"/>
              <a:defRPr>
                <a:solidFill>
                  <a:schemeClr val="lt1"/>
                </a:solidFill>
              </a:defRPr>
            </a:lvl4pPr>
            <a:lvl5pPr indent="-304800" lvl="4" marL="2286000" algn="l">
              <a:lnSpc>
                <a:spcPct val="90000"/>
              </a:lnSpc>
              <a:spcBef>
                <a:spcPts val="500"/>
              </a:spcBef>
              <a:spcAft>
                <a:spcPts val="0"/>
              </a:spcAft>
              <a:buSzPts val="12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5" name="Google Shape;315;p25"/>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6" name="Google Shape;316;p25"/>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7" name="Google Shape;317;p25"/>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green">
  <p:cSld name="Comparison, green">
    <p:bg>
      <p:bgPr>
        <a:solidFill>
          <a:srgbClr val="C7EBBA"/>
        </a:solidFill>
      </p:bgPr>
    </p:bg>
    <p:spTree>
      <p:nvGrpSpPr>
        <p:cNvPr id="318" name="Shape 318"/>
        <p:cNvGrpSpPr/>
        <p:nvPr/>
      </p:nvGrpSpPr>
      <p:grpSpPr>
        <a:xfrm>
          <a:off x="0" y="0"/>
          <a:ext cx="0" cy="0"/>
          <a:chOff x="0" y="0"/>
          <a:chExt cx="0" cy="0"/>
        </a:xfrm>
      </p:grpSpPr>
      <p:sp>
        <p:nvSpPr>
          <p:cNvPr id="319" name="Google Shape;319;p26"/>
          <p:cNvSpPr/>
          <p:nvPr/>
        </p:nvSpPr>
        <p:spPr>
          <a:xfrm>
            <a:off x="0" y="0"/>
            <a:ext cx="6096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pic>
        <p:nvPicPr>
          <p:cNvPr id="320" name="Google Shape;320;p26"/>
          <p:cNvPicPr preferRelativeResize="0"/>
          <p:nvPr/>
        </p:nvPicPr>
        <p:blipFill rotWithShape="1">
          <a:blip r:embed="rId2">
            <a:alphaModFix/>
          </a:blip>
          <a:srcRect b="0" l="0" r="0" t="0"/>
          <a:stretch/>
        </p:blipFill>
        <p:spPr>
          <a:xfrm>
            <a:off x="182681" y="164553"/>
            <a:ext cx="648592" cy="725806"/>
          </a:xfrm>
          <a:prstGeom prst="rect">
            <a:avLst/>
          </a:prstGeom>
          <a:noFill/>
          <a:ln>
            <a:noFill/>
          </a:ln>
        </p:spPr>
      </p:pic>
      <p:sp>
        <p:nvSpPr>
          <p:cNvPr id="321" name="Google Shape;321;p26"/>
          <p:cNvSpPr txBox="1"/>
          <p:nvPr>
            <p:ph type="title"/>
          </p:nvPr>
        </p:nvSpPr>
        <p:spPr>
          <a:xfrm>
            <a:off x="600076" y="1095632"/>
            <a:ext cx="4929982" cy="977612"/>
          </a:xfrm>
          <a:prstGeom prst="rect">
            <a:avLst/>
          </a:prstGeom>
          <a:noFill/>
          <a:ln>
            <a:noFill/>
          </a:ln>
        </p:spPr>
        <p:txBody>
          <a:bodyPr anchorCtr="0" anchor="t" bIns="45700" lIns="91425" spcFirstLastPara="1" rIns="91425" wrap="square" tIns="108000">
            <a:no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2" name="Google Shape;322;p26"/>
          <p:cNvSpPr txBox="1"/>
          <p:nvPr>
            <p:ph idx="1" type="body"/>
          </p:nvPr>
        </p:nvSpPr>
        <p:spPr>
          <a:xfrm>
            <a:off x="600075" y="2281473"/>
            <a:ext cx="4929982" cy="4046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3" name="Google Shape;323;p26"/>
          <p:cNvSpPr txBox="1"/>
          <p:nvPr>
            <p:ph idx="2" type="body"/>
          </p:nvPr>
        </p:nvSpPr>
        <p:spPr>
          <a:xfrm>
            <a:off x="6660356" y="1095632"/>
            <a:ext cx="4928392" cy="977612"/>
          </a:xfrm>
          <a:prstGeom prst="rect">
            <a:avLst/>
          </a:prstGeom>
          <a:noFill/>
          <a:ln>
            <a:noFill/>
          </a:ln>
        </p:spPr>
        <p:txBody>
          <a:bodyPr anchorCtr="0" anchor="t" bIns="45700" lIns="91425" spcFirstLastPara="1" rIns="91425" wrap="square" tIns="108000">
            <a:noAutofit/>
          </a:bodyPr>
          <a:lstStyle>
            <a:lvl1pPr indent="-228600" lvl="0" marL="457200" algn="l">
              <a:lnSpc>
                <a:spcPct val="90000"/>
              </a:lnSpc>
              <a:spcBef>
                <a:spcPts val="1000"/>
              </a:spcBef>
              <a:spcAft>
                <a:spcPts val="0"/>
              </a:spcAft>
              <a:buSzPts val="3600"/>
              <a:buNone/>
              <a:defRPr b="1" sz="3600">
                <a:solidFill>
                  <a:schemeClr val="dk2"/>
                </a:solidFill>
                <a:latin typeface="Figtree"/>
                <a:ea typeface="Figtree"/>
                <a:cs typeface="Figtree"/>
                <a:sym typeface="Figtree"/>
              </a:defRPr>
            </a:lvl1pPr>
            <a:lvl2pPr indent="-228600" lvl="1" marL="914400" algn="l">
              <a:lnSpc>
                <a:spcPct val="90000"/>
              </a:lnSpc>
              <a:spcBef>
                <a:spcPts val="500"/>
              </a:spcBef>
              <a:spcAft>
                <a:spcPts val="0"/>
              </a:spcAft>
              <a:buSzPts val="1800"/>
              <a:buNone/>
              <a:defRPr>
                <a:solidFill>
                  <a:schemeClr val="dk2"/>
                </a:solidFill>
                <a:latin typeface="Figtree"/>
                <a:ea typeface="Figtree"/>
                <a:cs typeface="Figtree"/>
                <a:sym typeface="Figtree"/>
              </a:defRPr>
            </a:lvl2pPr>
            <a:lvl3pPr indent="-228600" lvl="2" marL="1371600" algn="l">
              <a:lnSpc>
                <a:spcPct val="90000"/>
              </a:lnSpc>
              <a:spcBef>
                <a:spcPts val="500"/>
              </a:spcBef>
              <a:spcAft>
                <a:spcPts val="0"/>
              </a:spcAft>
              <a:buSzPts val="1600"/>
              <a:buNone/>
              <a:defRPr>
                <a:solidFill>
                  <a:schemeClr val="dk2"/>
                </a:solidFill>
                <a:latin typeface="Figtree"/>
                <a:ea typeface="Figtree"/>
                <a:cs typeface="Figtree"/>
                <a:sym typeface="Figtree"/>
              </a:defRPr>
            </a:lvl3pPr>
            <a:lvl4pPr indent="-228600" lvl="3" marL="1828800" algn="l">
              <a:lnSpc>
                <a:spcPct val="90000"/>
              </a:lnSpc>
              <a:spcBef>
                <a:spcPts val="500"/>
              </a:spcBef>
              <a:spcAft>
                <a:spcPts val="0"/>
              </a:spcAft>
              <a:buSzPts val="1400"/>
              <a:buNone/>
              <a:defRPr>
                <a:solidFill>
                  <a:schemeClr val="dk2"/>
                </a:solidFill>
                <a:latin typeface="Figtree"/>
                <a:ea typeface="Figtree"/>
                <a:cs typeface="Figtree"/>
                <a:sym typeface="Figtree"/>
              </a:defRPr>
            </a:lvl4pPr>
            <a:lvl5pPr indent="-228600" lvl="4" marL="2286000" algn="l">
              <a:lnSpc>
                <a:spcPct val="90000"/>
              </a:lnSpc>
              <a:spcBef>
                <a:spcPts val="500"/>
              </a:spcBef>
              <a:spcAft>
                <a:spcPts val="0"/>
              </a:spcAft>
              <a:buSzPts val="1200"/>
              <a:buNone/>
              <a:defRPr>
                <a:solidFill>
                  <a:schemeClr val="dk2"/>
                </a:solidFill>
                <a:latin typeface="Figtree"/>
                <a:ea typeface="Figtree"/>
                <a:cs typeface="Figtree"/>
                <a:sym typeface="Figtre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4" name="Google Shape;324;p26"/>
          <p:cNvSpPr txBox="1"/>
          <p:nvPr>
            <p:ph idx="3" type="body"/>
          </p:nvPr>
        </p:nvSpPr>
        <p:spPr>
          <a:xfrm>
            <a:off x="6661947" y="2281473"/>
            <a:ext cx="4928391" cy="4046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5" name="Google Shape;325;p26"/>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6" name="Google Shape;326;p26"/>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7" name="Google Shape;327;p26"/>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eal">
  <p:cSld name="Comparison, teal">
    <p:bg>
      <p:bgPr>
        <a:solidFill>
          <a:srgbClr val="B2E0E0"/>
        </a:solidFill>
      </p:bgPr>
    </p:bg>
    <p:spTree>
      <p:nvGrpSpPr>
        <p:cNvPr id="328" name="Shape 328"/>
        <p:cNvGrpSpPr/>
        <p:nvPr/>
      </p:nvGrpSpPr>
      <p:grpSpPr>
        <a:xfrm>
          <a:off x="0" y="0"/>
          <a:ext cx="0" cy="0"/>
          <a:chOff x="0" y="0"/>
          <a:chExt cx="0" cy="0"/>
        </a:xfrm>
      </p:grpSpPr>
      <p:sp>
        <p:nvSpPr>
          <p:cNvPr id="329" name="Google Shape;329;p27"/>
          <p:cNvSpPr/>
          <p:nvPr/>
        </p:nvSpPr>
        <p:spPr>
          <a:xfrm>
            <a:off x="0" y="0"/>
            <a:ext cx="6096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pic>
        <p:nvPicPr>
          <p:cNvPr id="330" name="Google Shape;330;p27"/>
          <p:cNvPicPr preferRelativeResize="0"/>
          <p:nvPr/>
        </p:nvPicPr>
        <p:blipFill rotWithShape="1">
          <a:blip r:embed="rId2">
            <a:alphaModFix/>
          </a:blip>
          <a:srcRect b="0" l="0" r="0" t="0"/>
          <a:stretch/>
        </p:blipFill>
        <p:spPr>
          <a:xfrm>
            <a:off x="182681" y="164553"/>
            <a:ext cx="648592" cy="725806"/>
          </a:xfrm>
          <a:prstGeom prst="rect">
            <a:avLst/>
          </a:prstGeom>
          <a:noFill/>
          <a:ln>
            <a:noFill/>
          </a:ln>
        </p:spPr>
      </p:pic>
      <p:sp>
        <p:nvSpPr>
          <p:cNvPr id="331" name="Google Shape;331;p27"/>
          <p:cNvSpPr txBox="1"/>
          <p:nvPr>
            <p:ph type="title"/>
          </p:nvPr>
        </p:nvSpPr>
        <p:spPr>
          <a:xfrm>
            <a:off x="600076" y="1095632"/>
            <a:ext cx="4929982" cy="977612"/>
          </a:xfrm>
          <a:prstGeom prst="rect">
            <a:avLst/>
          </a:prstGeom>
          <a:noFill/>
          <a:ln>
            <a:noFill/>
          </a:ln>
        </p:spPr>
        <p:txBody>
          <a:bodyPr anchorCtr="0" anchor="t" bIns="45700" lIns="91425" spcFirstLastPara="1" rIns="91425" wrap="square" tIns="108000">
            <a:no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2" name="Google Shape;332;p27"/>
          <p:cNvSpPr txBox="1"/>
          <p:nvPr>
            <p:ph idx="1" type="body"/>
          </p:nvPr>
        </p:nvSpPr>
        <p:spPr>
          <a:xfrm>
            <a:off x="600075" y="2281473"/>
            <a:ext cx="4929982" cy="4046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3" name="Google Shape;333;p27"/>
          <p:cNvSpPr txBox="1"/>
          <p:nvPr>
            <p:ph idx="2" type="body"/>
          </p:nvPr>
        </p:nvSpPr>
        <p:spPr>
          <a:xfrm>
            <a:off x="6660356" y="1095632"/>
            <a:ext cx="4928392" cy="977612"/>
          </a:xfrm>
          <a:prstGeom prst="rect">
            <a:avLst/>
          </a:prstGeom>
          <a:noFill/>
          <a:ln>
            <a:noFill/>
          </a:ln>
        </p:spPr>
        <p:txBody>
          <a:bodyPr anchorCtr="0" anchor="t" bIns="45700" lIns="91425" spcFirstLastPara="1" rIns="91425" wrap="square" tIns="108000">
            <a:noAutofit/>
          </a:bodyPr>
          <a:lstStyle>
            <a:lvl1pPr indent="-228600" lvl="0" marL="457200" algn="l">
              <a:lnSpc>
                <a:spcPct val="90000"/>
              </a:lnSpc>
              <a:spcBef>
                <a:spcPts val="1000"/>
              </a:spcBef>
              <a:spcAft>
                <a:spcPts val="0"/>
              </a:spcAft>
              <a:buSzPts val="3600"/>
              <a:buNone/>
              <a:defRPr b="1" sz="3600">
                <a:solidFill>
                  <a:schemeClr val="dk2"/>
                </a:solidFill>
                <a:latin typeface="Figtree"/>
                <a:ea typeface="Figtree"/>
                <a:cs typeface="Figtree"/>
                <a:sym typeface="Figtree"/>
              </a:defRPr>
            </a:lvl1pPr>
            <a:lvl2pPr indent="-228600" lvl="1" marL="914400" algn="l">
              <a:lnSpc>
                <a:spcPct val="90000"/>
              </a:lnSpc>
              <a:spcBef>
                <a:spcPts val="500"/>
              </a:spcBef>
              <a:spcAft>
                <a:spcPts val="0"/>
              </a:spcAft>
              <a:buSzPts val="1800"/>
              <a:buNone/>
              <a:defRPr>
                <a:solidFill>
                  <a:schemeClr val="dk2"/>
                </a:solidFill>
                <a:latin typeface="Figtree"/>
                <a:ea typeface="Figtree"/>
                <a:cs typeface="Figtree"/>
                <a:sym typeface="Figtree"/>
              </a:defRPr>
            </a:lvl2pPr>
            <a:lvl3pPr indent="-228600" lvl="2" marL="1371600" algn="l">
              <a:lnSpc>
                <a:spcPct val="90000"/>
              </a:lnSpc>
              <a:spcBef>
                <a:spcPts val="500"/>
              </a:spcBef>
              <a:spcAft>
                <a:spcPts val="0"/>
              </a:spcAft>
              <a:buSzPts val="1600"/>
              <a:buNone/>
              <a:defRPr>
                <a:solidFill>
                  <a:schemeClr val="dk2"/>
                </a:solidFill>
                <a:latin typeface="Figtree"/>
                <a:ea typeface="Figtree"/>
                <a:cs typeface="Figtree"/>
                <a:sym typeface="Figtree"/>
              </a:defRPr>
            </a:lvl3pPr>
            <a:lvl4pPr indent="-228600" lvl="3" marL="1828800" algn="l">
              <a:lnSpc>
                <a:spcPct val="90000"/>
              </a:lnSpc>
              <a:spcBef>
                <a:spcPts val="500"/>
              </a:spcBef>
              <a:spcAft>
                <a:spcPts val="0"/>
              </a:spcAft>
              <a:buSzPts val="1400"/>
              <a:buNone/>
              <a:defRPr>
                <a:solidFill>
                  <a:schemeClr val="dk2"/>
                </a:solidFill>
                <a:latin typeface="Figtree"/>
                <a:ea typeface="Figtree"/>
                <a:cs typeface="Figtree"/>
                <a:sym typeface="Figtree"/>
              </a:defRPr>
            </a:lvl4pPr>
            <a:lvl5pPr indent="-228600" lvl="4" marL="2286000" algn="l">
              <a:lnSpc>
                <a:spcPct val="90000"/>
              </a:lnSpc>
              <a:spcBef>
                <a:spcPts val="500"/>
              </a:spcBef>
              <a:spcAft>
                <a:spcPts val="0"/>
              </a:spcAft>
              <a:buSzPts val="1200"/>
              <a:buNone/>
              <a:defRPr>
                <a:solidFill>
                  <a:schemeClr val="dk2"/>
                </a:solidFill>
                <a:latin typeface="Figtree"/>
                <a:ea typeface="Figtree"/>
                <a:cs typeface="Figtree"/>
                <a:sym typeface="Figtre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4" name="Google Shape;334;p27"/>
          <p:cNvSpPr txBox="1"/>
          <p:nvPr>
            <p:ph idx="3" type="body"/>
          </p:nvPr>
        </p:nvSpPr>
        <p:spPr>
          <a:xfrm>
            <a:off x="6661947" y="2281473"/>
            <a:ext cx="4928391" cy="4046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5" name="Google Shape;335;p27"/>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6" name="Google Shape;336;p27"/>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7" name="Google Shape;337;p27"/>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red">
  <p:cSld name="Comparison, red">
    <p:bg>
      <p:bgPr>
        <a:solidFill>
          <a:srgbClr val="FFCCC4"/>
        </a:solidFill>
      </p:bgPr>
    </p:bg>
    <p:spTree>
      <p:nvGrpSpPr>
        <p:cNvPr id="338" name="Shape 338"/>
        <p:cNvGrpSpPr/>
        <p:nvPr/>
      </p:nvGrpSpPr>
      <p:grpSpPr>
        <a:xfrm>
          <a:off x="0" y="0"/>
          <a:ext cx="0" cy="0"/>
          <a:chOff x="0" y="0"/>
          <a:chExt cx="0" cy="0"/>
        </a:xfrm>
      </p:grpSpPr>
      <p:sp>
        <p:nvSpPr>
          <p:cNvPr id="339" name="Google Shape;339;p28"/>
          <p:cNvSpPr/>
          <p:nvPr/>
        </p:nvSpPr>
        <p:spPr>
          <a:xfrm>
            <a:off x="0" y="0"/>
            <a:ext cx="6096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pic>
        <p:nvPicPr>
          <p:cNvPr id="340" name="Google Shape;340;p28"/>
          <p:cNvPicPr preferRelativeResize="0"/>
          <p:nvPr/>
        </p:nvPicPr>
        <p:blipFill rotWithShape="1">
          <a:blip r:embed="rId2">
            <a:alphaModFix/>
          </a:blip>
          <a:srcRect b="0" l="0" r="0" t="0"/>
          <a:stretch/>
        </p:blipFill>
        <p:spPr>
          <a:xfrm>
            <a:off x="182681" y="164553"/>
            <a:ext cx="648592" cy="725806"/>
          </a:xfrm>
          <a:prstGeom prst="rect">
            <a:avLst/>
          </a:prstGeom>
          <a:noFill/>
          <a:ln>
            <a:noFill/>
          </a:ln>
        </p:spPr>
      </p:pic>
      <p:sp>
        <p:nvSpPr>
          <p:cNvPr id="341" name="Google Shape;341;p28"/>
          <p:cNvSpPr txBox="1"/>
          <p:nvPr>
            <p:ph type="title"/>
          </p:nvPr>
        </p:nvSpPr>
        <p:spPr>
          <a:xfrm>
            <a:off x="600076" y="1095632"/>
            <a:ext cx="4929982" cy="977612"/>
          </a:xfrm>
          <a:prstGeom prst="rect">
            <a:avLst/>
          </a:prstGeom>
          <a:noFill/>
          <a:ln>
            <a:noFill/>
          </a:ln>
        </p:spPr>
        <p:txBody>
          <a:bodyPr anchorCtr="0" anchor="t" bIns="45700" lIns="91425" spcFirstLastPara="1" rIns="91425" wrap="square" tIns="108000">
            <a:no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2" name="Google Shape;342;p28"/>
          <p:cNvSpPr txBox="1"/>
          <p:nvPr>
            <p:ph idx="1" type="body"/>
          </p:nvPr>
        </p:nvSpPr>
        <p:spPr>
          <a:xfrm>
            <a:off x="600075" y="2281473"/>
            <a:ext cx="4929982" cy="4046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3" name="Google Shape;343;p28"/>
          <p:cNvSpPr txBox="1"/>
          <p:nvPr>
            <p:ph idx="2" type="body"/>
          </p:nvPr>
        </p:nvSpPr>
        <p:spPr>
          <a:xfrm>
            <a:off x="6660356" y="1095632"/>
            <a:ext cx="4928392" cy="977612"/>
          </a:xfrm>
          <a:prstGeom prst="rect">
            <a:avLst/>
          </a:prstGeom>
          <a:noFill/>
          <a:ln>
            <a:noFill/>
          </a:ln>
        </p:spPr>
        <p:txBody>
          <a:bodyPr anchorCtr="0" anchor="t" bIns="45700" lIns="91425" spcFirstLastPara="1" rIns="91425" wrap="square" tIns="108000">
            <a:noAutofit/>
          </a:bodyPr>
          <a:lstStyle>
            <a:lvl1pPr indent="-228600" lvl="0" marL="457200" algn="l">
              <a:lnSpc>
                <a:spcPct val="90000"/>
              </a:lnSpc>
              <a:spcBef>
                <a:spcPts val="1000"/>
              </a:spcBef>
              <a:spcAft>
                <a:spcPts val="0"/>
              </a:spcAft>
              <a:buSzPts val="3600"/>
              <a:buNone/>
              <a:defRPr b="1" sz="3600">
                <a:solidFill>
                  <a:schemeClr val="dk2"/>
                </a:solidFill>
                <a:latin typeface="Figtree"/>
                <a:ea typeface="Figtree"/>
                <a:cs typeface="Figtree"/>
                <a:sym typeface="Figtree"/>
              </a:defRPr>
            </a:lvl1pPr>
            <a:lvl2pPr indent="-228600" lvl="1" marL="914400" algn="l">
              <a:lnSpc>
                <a:spcPct val="90000"/>
              </a:lnSpc>
              <a:spcBef>
                <a:spcPts val="500"/>
              </a:spcBef>
              <a:spcAft>
                <a:spcPts val="0"/>
              </a:spcAft>
              <a:buSzPts val="1800"/>
              <a:buNone/>
              <a:defRPr>
                <a:solidFill>
                  <a:schemeClr val="dk2"/>
                </a:solidFill>
                <a:latin typeface="Figtree"/>
                <a:ea typeface="Figtree"/>
                <a:cs typeface="Figtree"/>
                <a:sym typeface="Figtree"/>
              </a:defRPr>
            </a:lvl2pPr>
            <a:lvl3pPr indent="-228600" lvl="2" marL="1371600" algn="l">
              <a:lnSpc>
                <a:spcPct val="90000"/>
              </a:lnSpc>
              <a:spcBef>
                <a:spcPts val="500"/>
              </a:spcBef>
              <a:spcAft>
                <a:spcPts val="0"/>
              </a:spcAft>
              <a:buSzPts val="1600"/>
              <a:buNone/>
              <a:defRPr>
                <a:solidFill>
                  <a:schemeClr val="dk2"/>
                </a:solidFill>
                <a:latin typeface="Figtree"/>
                <a:ea typeface="Figtree"/>
                <a:cs typeface="Figtree"/>
                <a:sym typeface="Figtree"/>
              </a:defRPr>
            </a:lvl3pPr>
            <a:lvl4pPr indent="-228600" lvl="3" marL="1828800" algn="l">
              <a:lnSpc>
                <a:spcPct val="90000"/>
              </a:lnSpc>
              <a:spcBef>
                <a:spcPts val="500"/>
              </a:spcBef>
              <a:spcAft>
                <a:spcPts val="0"/>
              </a:spcAft>
              <a:buSzPts val="1400"/>
              <a:buNone/>
              <a:defRPr>
                <a:solidFill>
                  <a:schemeClr val="dk2"/>
                </a:solidFill>
                <a:latin typeface="Figtree"/>
                <a:ea typeface="Figtree"/>
                <a:cs typeface="Figtree"/>
                <a:sym typeface="Figtree"/>
              </a:defRPr>
            </a:lvl4pPr>
            <a:lvl5pPr indent="-228600" lvl="4" marL="2286000" algn="l">
              <a:lnSpc>
                <a:spcPct val="90000"/>
              </a:lnSpc>
              <a:spcBef>
                <a:spcPts val="500"/>
              </a:spcBef>
              <a:spcAft>
                <a:spcPts val="0"/>
              </a:spcAft>
              <a:buSzPts val="1200"/>
              <a:buNone/>
              <a:defRPr>
                <a:solidFill>
                  <a:schemeClr val="dk2"/>
                </a:solidFill>
                <a:latin typeface="Figtree"/>
                <a:ea typeface="Figtree"/>
                <a:cs typeface="Figtree"/>
                <a:sym typeface="Figtre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4" name="Google Shape;344;p28"/>
          <p:cNvSpPr txBox="1"/>
          <p:nvPr>
            <p:ph idx="3" type="body"/>
          </p:nvPr>
        </p:nvSpPr>
        <p:spPr>
          <a:xfrm>
            <a:off x="6661947" y="2281473"/>
            <a:ext cx="4928391" cy="4046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5" name="Google Shape;345;p28"/>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6" name="Google Shape;346;p28"/>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7" name="Google Shape;347;p28"/>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yellow">
  <p:cSld name="Comparison, yellow">
    <p:bg>
      <p:bgPr>
        <a:solidFill>
          <a:srgbClr val="FFF0B0"/>
        </a:solidFill>
      </p:bgPr>
    </p:bg>
    <p:spTree>
      <p:nvGrpSpPr>
        <p:cNvPr id="348" name="Shape 348"/>
        <p:cNvGrpSpPr/>
        <p:nvPr/>
      </p:nvGrpSpPr>
      <p:grpSpPr>
        <a:xfrm>
          <a:off x="0" y="0"/>
          <a:ext cx="0" cy="0"/>
          <a:chOff x="0" y="0"/>
          <a:chExt cx="0" cy="0"/>
        </a:xfrm>
      </p:grpSpPr>
      <p:sp>
        <p:nvSpPr>
          <p:cNvPr id="349" name="Google Shape;349;p29"/>
          <p:cNvSpPr/>
          <p:nvPr/>
        </p:nvSpPr>
        <p:spPr>
          <a:xfrm>
            <a:off x="0" y="0"/>
            <a:ext cx="6096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Figtree"/>
              <a:ea typeface="Figtree"/>
              <a:cs typeface="Figtree"/>
              <a:sym typeface="Figtree"/>
            </a:endParaRPr>
          </a:p>
        </p:txBody>
      </p:sp>
      <p:pic>
        <p:nvPicPr>
          <p:cNvPr id="350" name="Google Shape;350;p29"/>
          <p:cNvPicPr preferRelativeResize="0"/>
          <p:nvPr/>
        </p:nvPicPr>
        <p:blipFill rotWithShape="1">
          <a:blip r:embed="rId2">
            <a:alphaModFix/>
          </a:blip>
          <a:srcRect b="0" l="0" r="0" t="0"/>
          <a:stretch/>
        </p:blipFill>
        <p:spPr>
          <a:xfrm>
            <a:off x="182681" y="164553"/>
            <a:ext cx="648592" cy="725806"/>
          </a:xfrm>
          <a:prstGeom prst="rect">
            <a:avLst/>
          </a:prstGeom>
          <a:noFill/>
          <a:ln>
            <a:noFill/>
          </a:ln>
        </p:spPr>
      </p:pic>
      <p:sp>
        <p:nvSpPr>
          <p:cNvPr id="351" name="Google Shape;351;p29"/>
          <p:cNvSpPr txBox="1"/>
          <p:nvPr>
            <p:ph type="title"/>
          </p:nvPr>
        </p:nvSpPr>
        <p:spPr>
          <a:xfrm>
            <a:off x="600076" y="1095632"/>
            <a:ext cx="4929982" cy="977612"/>
          </a:xfrm>
          <a:prstGeom prst="rect">
            <a:avLst/>
          </a:prstGeom>
          <a:noFill/>
          <a:ln>
            <a:noFill/>
          </a:ln>
        </p:spPr>
        <p:txBody>
          <a:bodyPr anchorCtr="0" anchor="t" bIns="45700" lIns="91425" spcFirstLastPara="1" rIns="91425" wrap="square" tIns="108000">
            <a:no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2" name="Google Shape;352;p29"/>
          <p:cNvSpPr txBox="1"/>
          <p:nvPr>
            <p:ph idx="1" type="body"/>
          </p:nvPr>
        </p:nvSpPr>
        <p:spPr>
          <a:xfrm>
            <a:off x="600075" y="2281473"/>
            <a:ext cx="4929982" cy="4046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3" name="Google Shape;353;p29"/>
          <p:cNvSpPr txBox="1"/>
          <p:nvPr>
            <p:ph idx="2" type="body"/>
          </p:nvPr>
        </p:nvSpPr>
        <p:spPr>
          <a:xfrm>
            <a:off x="6660356" y="1095632"/>
            <a:ext cx="4928392" cy="977612"/>
          </a:xfrm>
          <a:prstGeom prst="rect">
            <a:avLst/>
          </a:prstGeom>
          <a:noFill/>
          <a:ln>
            <a:noFill/>
          </a:ln>
        </p:spPr>
        <p:txBody>
          <a:bodyPr anchorCtr="0" anchor="t" bIns="45700" lIns="91425" spcFirstLastPara="1" rIns="91425" wrap="square" tIns="108000">
            <a:noAutofit/>
          </a:bodyPr>
          <a:lstStyle>
            <a:lvl1pPr indent="-228600" lvl="0" marL="457200" algn="l">
              <a:lnSpc>
                <a:spcPct val="90000"/>
              </a:lnSpc>
              <a:spcBef>
                <a:spcPts val="1000"/>
              </a:spcBef>
              <a:spcAft>
                <a:spcPts val="0"/>
              </a:spcAft>
              <a:buSzPts val="3600"/>
              <a:buNone/>
              <a:defRPr b="1" sz="3600">
                <a:solidFill>
                  <a:schemeClr val="dk2"/>
                </a:solidFill>
                <a:latin typeface="Figtree"/>
                <a:ea typeface="Figtree"/>
                <a:cs typeface="Figtree"/>
                <a:sym typeface="Figtree"/>
              </a:defRPr>
            </a:lvl1pPr>
            <a:lvl2pPr indent="-228600" lvl="1" marL="914400" algn="l">
              <a:lnSpc>
                <a:spcPct val="90000"/>
              </a:lnSpc>
              <a:spcBef>
                <a:spcPts val="500"/>
              </a:spcBef>
              <a:spcAft>
                <a:spcPts val="0"/>
              </a:spcAft>
              <a:buSzPts val="1800"/>
              <a:buNone/>
              <a:defRPr>
                <a:solidFill>
                  <a:schemeClr val="dk2"/>
                </a:solidFill>
                <a:latin typeface="Figtree"/>
                <a:ea typeface="Figtree"/>
                <a:cs typeface="Figtree"/>
                <a:sym typeface="Figtree"/>
              </a:defRPr>
            </a:lvl2pPr>
            <a:lvl3pPr indent="-228600" lvl="2" marL="1371600" algn="l">
              <a:lnSpc>
                <a:spcPct val="90000"/>
              </a:lnSpc>
              <a:spcBef>
                <a:spcPts val="500"/>
              </a:spcBef>
              <a:spcAft>
                <a:spcPts val="0"/>
              </a:spcAft>
              <a:buSzPts val="1600"/>
              <a:buNone/>
              <a:defRPr>
                <a:solidFill>
                  <a:schemeClr val="dk2"/>
                </a:solidFill>
                <a:latin typeface="Figtree"/>
                <a:ea typeface="Figtree"/>
                <a:cs typeface="Figtree"/>
                <a:sym typeface="Figtree"/>
              </a:defRPr>
            </a:lvl3pPr>
            <a:lvl4pPr indent="-228600" lvl="3" marL="1828800" algn="l">
              <a:lnSpc>
                <a:spcPct val="90000"/>
              </a:lnSpc>
              <a:spcBef>
                <a:spcPts val="500"/>
              </a:spcBef>
              <a:spcAft>
                <a:spcPts val="0"/>
              </a:spcAft>
              <a:buSzPts val="1400"/>
              <a:buNone/>
              <a:defRPr>
                <a:solidFill>
                  <a:schemeClr val="dk2"/>
                </a:solidFill>
                <a:latin typeface="Figtree"/>
                <a:ea typeface="Figtree"/>
                <a:cs typeface="Figtree"/>
                <a:sym typeface="Figtree"/>
              </a:defRPr>
            </a:lvl4pPr>
            <a:lvl5pPr indent="-228600" lvl="4" marL="2286000" algn="l">
              <a:lnSpc>
                <a:spcPct val="90000"/>
              </a:lnSpc>
              <a:spcBef>
                <a:spcPts val="500"/>
              </a:spcBef>
              <a:spcAft>
                <a:spcPts val="0"/>
              </a:spcAft>
              <a:buSzPts val="1200"/>
              <a:buNone/>
              <a:defRPr>
                <a:solidFill>
                  <a:schemeClr val="dk2"/>
                </a:solidFill>
                <a:latin typeface="Figtree"/>
                <a:ea typeface="Figtree"/>
                <a:cs typeface="Figtree"/>
                <a:sym typeface="Figtre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4" name="Google Shape;354;p29"/>
          <p:cNvSpPr txBox="1"/>
          <p:nvPr>
            <p:ph idx="3" type="body"/>
          </p:nvPr>
        </p:nvSpPr>
        <p:spPr>
          <a:xfrm>
            <a:off x="6661947" y="2281473"/>
            <a:ext cx="4928391" cy="4046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5" name="Google Shape;355;p29"/>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6" name="Google Shape;356;p29"/>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7" name="Google Shape;357;p29"/>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1 image">
  <p:cSld name="Headline and 1 image">
    <p:spTree>
      <p:nvGrpSpPr>
        <p:cNvPr id="358" name="Shape 358"/>
        <p:cNvGrpSpPr/>
        <p:nvPr/>
      </p:nvGrpSpPr>
      <p:grpSpPr>
        <a:xfrm>
          <a:off x="0" y="0"/>
          <a:ext cx="0" cy="0"/>
          <a:chOff x="0" y="0"/>
          <a:chExt cx="0" cy="0"/>
        </a:xfrm>
      </p:grpSpPr>
      <p:sp>
        <p:nvSpPr>
          <p:cNvPr id="359" name="Google Shape;359;p30"/>
          <p:cNvSpPr txBox="1"/>
          <p:nvPr>
            <p:ph type="title"/>
          </p:nvPr>
        </p:nvSpPr>
        <p:spPr>
          <a:xfrm>
            <a:off x="600075" y="1095632"/>
            <a:ext cx="10990263" cy="568412"/>
          </a:xfrm>
          <a:prstGeom prst="rect">
            <a:avLst/>
          </a:prstGeom>
          <a:noFill/>
          <a:ln>
            <a:noFill/>
          </a:ln>
        </p:spPr>
        <p:txBody>
          <a:bodyPr anchorCtr="0" anchor="t" bIns="45700" lIns="91425" spcFirstLastPara="1" rIns="91425" wrap="square" tIns="108000">
            <a:no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0" name="Google Shape;360;p30"/>
          <p:cNvSpPr/>
          <p:nvPr>
            <p:ph idx="2" type="pic"/>
          </p:nvPr>
        </p:nvSpPr>
        <p:spPr>
          <a:xfrm>
            <a:off x="600074" y="1919288"/>
            <a:ext cx="10990263" cy="4408487"/>
          </a:xfrm>
          <a:prstGeom prst="rect">
            <a:avLst/>
          </a:prstGeom>
          <a:noFill/>
          <a:ln>
            <a:noFill/>
          </a:ln>
        </p:spPr>
      </p:sp>
      <p:sp>
        <p:nvSpPr>
          <p:cNvPr id="361" name="Google Shape;361;p30"/>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2" name="Google Shape;362;p30"/>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3" name="Google Shape;363;p30"/>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2 images">
  <p:cSld name="Headline and 2 images">
    <p:spTree>
      <p:nvGrpSpPr>
        <p:cNvPr id="364" name="Shape 364"/>
        <p:cNvGrpSpPr/>
        <p:nvPr/>
      </p:nvGrpSpPr>
      <p:grpSpPr>
        <a:xfrm>
          <a:off x="0" y="0"/>
          <a:ext cx="0" cy="0"/>
          <a:chOff x="0" y="0"/>
          <a:chExt cx="0" cy="0"/>
        </a:xfrm>
      </p:grpSpPr>
      <p:sp>
        <p:nvSpPr>
          <p:cNvPr id="365" name="Google Shape;365;p31"/>
          <p:cNvSpPr txBox="1"/>
          <p:nvPr>
            <p:ph type="title"/>
          </p:nvPr>
        </p:nvSpPr>
        <p:spPr>
          <a:xfrm>
            <a:off x="600075" y="1095632"/>
            <a:ext cx="10990263" cy="568412"/>
          </a:xfrm>
          <a:prstGeom prst="rect">
            <a:avLst/>
          </a:prstGeom>
          <a:noFill/>
          <a:ln>
            <a:noFill/>
          </a:ln>
        </p:spPr>
        <p:txBody>
          <a:bodyPr anchorCtr="0" anchor="t" bIns="45700" lIns="91425" spcFirstLastPara="1" rIns="91425" wrap="square" tIns="108000">
            <a:no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6" name="Google Shape;366;p31"/>
          <p:cNvSpPr/>
          <p:nvPr>
            <p:ph idx="2" type="pic"/>
          </p:nvPr>
        </p:nvSpPr>
        <p:spPr>
          <a:xfrm>
            <a:off x="600075" y="1919288"/>
            <a:ext cx="5314950" cy="4408487"/>
          </a:xfrm>
          <a:prstGeom prst="rect">
            <a:avLst/>
          </a:prstGeom>
          <a:noFill/>
          <a:ln>
            <a:noFill/>
          </a:ln>
        </p:spPr>
      </p:sp>
      <p:sp>
        <p:nvSpPr>
          <p:cNvPr id="367" name="Google Shape;367;p31"/>
          <p:cNvSpPr/>
          <p:nvPr>
            <p:ph idx="3" type="pic"/>
          </p:nvPr>
        </p:nvSpPr>
        <p:spPr>
          <a:xfrm>
            <a:off x="6273800" y="1919288"/>
            <a:ext cx="5314950" cy="4408487"/>
          </a:xfrm>
          <a:prstGeom prst="rect">
            <a:avLst/>
          </a:prstGeom>
          <a:noFill/>
          <a:ln>
            <a:noFill/>
          </a:ln>
        </p:spPr>
      </p:sp>
      <p:sp>
        <p:nvSpPr>
          <p:cNvPr id="368" name="Google Shape;368;p31"/>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9" name="Google Shape;369;p31"/>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0" name="Google Shape;370;p31"/>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2 images, text">
  <p:cSld name="Headline and 2 images, text">
    <p:spTree>
      <p:nvGrpSpPr>
        <p:cNvPr id="371" name="Shape 371"/>
        <p:cNvGrpSpPr/>
        <p:nvPr/>
      </p:nvGrpSpPr>
      <p:grpSpPr>
        <a:xfrm>
          <a:off x="0" y="0"/>
          <a:ext cx="0" cy="0"/>
          <a:chOff x="0" y="0"/>
          <a:chExt cx="0" cy="0"/>
        </a:xfrm>
      </p:grpSpPr>
      <p:sp>
        <p:nvSpPr>
          <p:cNvPr id="372" name="Google Shape;372;p32"/>
          <p:cNvSpPr txBox="1"/>
          <p:nvPr>
            <p:ph type="title"/>
          </p:nvPr>
        </p:nvSpPr>
        <p:spPr>
          <a:xfrm>
            <a:off x="600075" y="1095632"/>
            <a:ext cx="10990263" cy="568412"/>
          </a:xfrm>
          <a:prstGeom prst="rect">
            <a:avLst/>
          </a:prstGeom>
          <a:noFill/>
          <a:ln>
            <a:noFill/>
          </a:ln>
        </p:spPr>
        <p:txBody>
          <a:bodyPr anchorCtr="0" anchor="t" bIns="45700" lIns="91425" spcFirstLastPara="1" rIns="91425" wrap="square" tIns="108000">
            <a:no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3" name="Google Shape;373;p32"/>
          <p:cNvSpPr/>
          <p:nvPr>
            <p:ph idx="2" type="pic"/>
          </p:nvPr>
        </p:nvSpPr>
        <p:spPr>
          <a:xfrm>
            <a:off x="600075" y="1919288"/>
            <a:ext cx="5314950" cy="3092979"/>
          </a:xfrm>
          <a:prstGeom prst="rect">
            <a:avLst/>
          </a:prstGeom>
          <a:noFill/>
          <a:ln>
            <a:noFill/>
          </a:ln>
        </p:spPr>
      </p:sp>
      <p:sp>
        <p:nvSpPr>
          <p:cNvPr id="374" name="Google Shape;374;p32"/>
          <p:cNvSpPr txBox="1"/>
          <p:nvPr>
            <p:ph idx="1" type="body"/>
          </p:nvPr>
        </p:nvSpPr>
        <p:spPr>
          <a:xfrm>
            <a:off x="600075" y="5226050"/>
            <a:ext cx="5314950" cy="11017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SzPts val="2000"/>
              <a:buNone/>
              <a:defRPr/>
            </a:lvl1pPr>
            <a:lvl2pPr indent="-228600" lvl="1" marL="914400" algn="l">
              <a:lnSpc>
                <a:spcPct val="90000"/>
              </a:lnSpc>
              <a:spcBef>
                <a:spcPts val="500"/>
              </a:spcBef>
              <a:spcAft>
                <a:spcPts val="0"/>
              </a:spcAft>
              <a:buSzPts val="1800"/>
              <a:buNone/>
              <a:defRPr/>
            </a:lvl2pPr>
            <a:lvl3pPr indent="-228600" lvl="2" marL="1371600" algn="l">
              <a:lnSpc>
                <a:spcPct val="90000"/>
              </a:lnSpc>
              <a:spcBef>
                <a:spcPts val="500"/>
              </a:spcBef>
              <a:spcAft>
                <a:spcPts val="0"/>
              </a:spcAft>
              <a:buSzPts val="1600"/>
              <a:buNone/>
              <a:defRPr/>
            </a:lvl3pPr>
            <a:lvl4pPr indent="-228600" lvl="3" marL="1828800" algn="l">
              <a:lnSpc>
                <a:spcPct val="90000"/>
              </a:lnSpc>
              <a:spcBef>
                <a:spcPts val="500"/>
              </a:spcBef>
              <a:spcAft>
                <a:spcPts val="0"/>
              </a:spcAft>
              <a:buSzPts val="1400"/>
              <a:buNone/>
              <a:defRPr/>
            </a:lvl4pPr>
            <a:lvl5pPr indent="-228600" lvl="4" marL="2286000" algn="l">
              <a:lnSpc>
                <a:spcPct val="90000"/>
              </a:lnSpc>
              <a:spcBef>
                <a:spcPts val="500"/>
              </a:spcBef>
              <a:spcAft>
                <a:spcPts val="0"/>
              </a:spcAft>
              <a:buSzPts val="12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5" name="Google Shape;375;p32"/>
          <p:cNvSpPr/>
          <p:nvPr>
            <p:ph idx="3" type="pic"/>
          </p:nvPr>
        </p:nvSpPr>
        <p:spPr>
          <a:xfrm>
            <a:off x="6273800" y="1919288"/>
            <a:ext cx="5314950" cy="3092979"/>
          </a:xfrm>
          <a:prstGeom prst="rect">
            <a:avLst/>
          </a:prstGeom>
          <a:noFill/>
          <a:ln>
            <a:noFill/>
          </a:ln>
        </p:spPr>
      </p:sp>
      <p:sp>
        <p:nvSpPr>
          <p:cNvPr id="376" name="Google Shape;376;p32"/>
          <p:cNvSpPr txBox="1"/>
          <p:nvPr>
            <p:ph idx="4" type="body"/>
          </p:nvPr>
        </p:nvSpPr>
        <p:spPr>
          <a:xfrm>
            <a:off x="6275388" y="5226050"/>
            <a:ext cx="5314950" cy="11017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SzPts val="2000"/>
              <a:buNone/>
              <a:defRPr/>
            </a:lvl1pPr>
            <a:lvl2pPr indent="-228600" lvl="1" marL="914400" algn="l">
              <a:lnSpc>
                <a:spcPct val="90000"/>
              </a:lnSpc>
              <a:spcBef>
                <a:spcPts val="500"/>
              </a:spcBef>
              <a:spcAft>
                <a:spcPts val="0"/>
              </a:spcAft>
              <a:buSzPts val="1800"/>
              <a:buNone/>
              <a:defRPr/>
            </a:lvl2pPr>
            <a:lvl3pPr indent="-228600" lvl="2" marL="1371600" algn="l">
              <a:lnSpc>
                <a:spcPct val="90000"/>
              </a:lnSpc>
              <a:spcBef>
                <a:spcPts val="500"/>
              </a:spcBef>
              <a:spcAft>
                <a:spcPts val="0"/>
              </a:spcAft>
              <a:buSzPts val="1600"/>
              <a:buNone/>
              <a:defRPr/>
            </a:lvl3pPr>
            <a:lvl4pPr indent="-228600" lvl="3" marL="1828800" algn="l">
              <a:lnSpc>
                <a:spcPct val="90000"/>
              </a:lnSpc>
              <a:spcBef>
                <a:spcPts val="500"/>
              </a:spcBef>
              <a:spcAft>
                <a:spcPts val="0"/>
              </a:spcAft>
              <a:buSzPts val="1400"/>
              <a:buNone/>
              <a:defRPr/>
            </a:lvl4pPr>
            <a:lvl5pPr indent="-228600" lvl="4" marL="2286000" algn="l">
              <a:lnSpc>
                <a:spcPct val="90000"/>
              </a:lnSpc>
              <a:spcBef>
                <a:spcPts val="500"/>
              </a:spcBef>
              <a:spcAft>
                <a:spcPts val="0"/>
              </a:spcAft>
              <a:buSzPts val="12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7" name="Google Shape;377;p32"/>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8" name="Google Shape;378;p32"/>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9" name="Google Shape;379;p32"/>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3 images">
  <p:cSld name="Headline and 3 images">
    <p:spTree>
      <p:nvGrpSpPr>
        <p:cNvPr id="380" name="Shape 380"/>
        <p:cNvGrpSpPr/>
        <p:nvPr/>
      </p:nvGrpSpPr>
      <p:grpSpPr>
        <a:xfrm>
          <a:off x="0" y="0"/>
          <a:ext cx="0" cy="0"/>
          <a:chOff x="0" y="0"/>
          <a:chExt cx="0" cy="0"/>
        </a:xfrm>
      </p:grpSpPr>
      <p:sp>
        <p:nvSpPr>
          <p:cNvPr id="381" name="Google Shape;381;p33"/>
          <p:cNvSpPr txBox="1"/>
          <p:nvPr>
            <p:ph type="title"/>
          </p:nvPr>
        </p:nvSpPr>
        <p:spPr>
          <a:xfrm>
            <a:off x="600075" y="1095632"/>
            <a:ext cx="10990263" cy="568412"/>
          </a:xfrm>
          <a:prstGeom prst="rect">
            <a:avLst/>
          </a:prstGeom>
          <a:noFill/>
          <a:ln>
            <a:noFill/>
          </a:ln>
        </p:spPr>
        <p:txBody>
          <a:bodyPr anchorCtr="0" anchor="t" bIns="45700" lIns="91425" spcFirstLastPara="1" rIns="91425" wrap="square" tIns="108000">
            <a:no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2" name="Google Shape;382;p33"/>
          <p:cNvSpPr/>
          <p:nvPr>
            <p:ph idx="2" type="pic"/>
          </p:nvPr>
        </p:nvSpPr>
        <p:spPr>
          <a:xfrm>
            <a:off x="600075" y="1919288"/>
            <a:ext cx="3424238" cy="4408487"/>
          </a:xfrm>
          <a:prstGeom prst="rect">
            <a:avLst/>
          </a:prstGeom>
          <a:noFill/>
          <a:ln>
            <a:noFill/>
          </a:ln>
        </p:spPr>
      </p:sp>
      <p:sp>
        <p:nvSpPr>
          <p:cNvPr id="383" name="Google Shape;383;p33"/>
          <p:cNvSpPr/>
          <p:nvPr>
            <p:ph idx="3" type="pic"/>
          </p:nvPr>
        </p:nvSpPr>
        <p:spPr>
          <a:xfrm>
            <a:off x="4383881" y="1919288"/>
            <a:ext cx="3424238" cy="4408487"/>
          </a:xfrm>
          <a:prstGeom prst="rect">
            <a:avLst/>
          </a:prstGeom>
          <a:noFill/>
          <a:ln>
            <a:noFill/>
          </a:ln>
        </p:spPr>
      </p:sp>
      <p:sp>
        <p:nvSpPr>
          <p:cNvPr id="384" name="Google Shape;384;p33"/>
          <p:cNvSpPr/>
          <p:nvPr>
            <p:ph idx="4" type="pic"/>
          </p:nvPr>
        </p:nvSpPr>
        <p:spPr>
          <a:xfrm>
            <a:off x="8167687" y="1919288"/>
            <a:ext cx="3424238" cy="4408487"/>
          </a:xfrm>
          <a:prstGeom prst="rect">
            <a:avLst/>
          </a:prstGeom>
          <a:noFill/>
          <a:ln>
            <a:noFill/>
          </a:ln>
        </p:spPr>
      </p:sp>
      <p:sp>
        <p:nvSpPr>
          <p:cNvPr id="385" name="Google Shape;385;p33"/>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6" name="Google Shape;386;p33"/>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7" name="Google Shape;387;p33"/>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3 images, text">
  <p:cSld name="Headline and 3 images, text">
    <p:spTree>
      <p:nvGrpSpPr>
        <p:cNvPr id="388" name="Shape 388"/>
        <p:cNvGrpSpPr/>
        <p:nvPr/>
      </p:nvGrpSpPr>
      <p:grpSpPr>
        <a:xfrm>
          <a:off x="0" y="0"/>
          <a:ext cx="0" cy="0"/>
          <a:chOff x="0" y="0"/>
          <a:chExt cx="0" cy="0"/>
        </a:xfrm>
      </p:grpSpPr>
      <p:sp>
        <p:nvSpPr>
          <p:cNvPr id="389" name="Google Shape;389;p34"/>
          <p:cNvSpPr txBox="1"/>
          <p:nvPr>
            <p:ph type="title"/>
          </p:nvPr>
        </p:nvSpPr>
        <p:spPr>
          <a:xfrm>
            <a:off x="600075" y="1095632"/>
            <a:ext cx="10990263" cy="568412"/>
          </a:xfrm>
          <a:prstGeom prst="rect">
            <a:avLst/>
          </a:prstGeom>
          <a:noFill/>
          <a:ln>
            <a:noFill/>
          </a:ln>
        </p:spPr>
        <p:txBody>
          <a:bodyPr anchorCtr="0" anchor="t" bIns="45700" lIns="91425" spcFirstLastPara="1" rIns="91425" wrap="square" tIns="108000">
            <a:no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0" name="Google Shape;390;p34"/>
          <p:cNvSpPr/>
          <p:nvPr>
            <p:ph idx="2" type="pic"/>
          </p:nvPr>
        </p:nvSpPr>
        <p:spPr>
          <a:xfrm>
            <a:off x="600075" y="1919288"/>
            <a:ext cx="3424238" cy="3092979"/>
          </a:xfrm>
          <a:prstGeom prst="rect">
            <a:avLst/>
          </a:prstGeom>
          <a:noFill/>
          <a:ln>
            <a:noFill/>
          </a:ln>
        </p:spPr>
      </p:sp>
      <p:sp>
        <p:nvSpPr>
          <p:cNvPr id="391" name="Google Shape;391;p34"/>
          <p:cNvSpPr txBox="1"/>
          <p:nvPr>
            <p:ph idx="1" type="body"/>
          </p:nvPr>
        </p:nvSpPr>
        <p:spPr>
          <a:xfrm>
            <a:off x="600075" y="5226050"/>
            <a:ext cx="3424238" cy="11017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SzPts val="2000"/>
              <a:buNone/>
              <a:defRPr/>
            </a:lvl1pPr>
            <a:lvl2pPr indent="-228600" lvl="1" marL="914400" algn="l">
              <a:lnSpc>
                <a:spcPct val="90000"/>
              </a:lnSpc>
              <a:spcBef>
                <a:spcPts val="500"/>
              </a:spcBef>
              <a:spcAft>
                <a:spcPts val="0"/>
              </a:spcAft>
              <a:buSzPts val="1800"/>
              <a:buNone/>
              <a:defRPr/>
            </a:lvl2pPr>
            <a:lvl3pPr indent="-228600" lvl="2" marL="1371600" algn="l">
              <a:lnSpc>
                <a:spcPct val="90000"/>
              </a:lnSpc>
              <a:spcBef>
                <a:spcPts val="500"/>
              </a:spcBef>
              <a:spcAft>
                <a:spcPts val="0"/>
              </a:spcAft>
              <a:buSzPts val="1600"/>
              <a:buNone/>
              <a:defRPr/>
            </a:lvl3pPr>
            <a:lvl4pPr indent="-228600" lvl="3" marL="1828800" algn="l">
              <a:lnSpc>
                <a:spcPct val="90000"/>
              </a:lnSpc>
              <a:spcBef>
                <a:spcPts val="500"/>
              </a:spcBef>
              <a:spcAft>
                <a:spcPts val="0"/>
              </a:spcAft>
              <a:buSzPts val="1400"/>
              <a:buNone/>
              <a:defRPr/>
            </a:lvl4pPr>
            <a:lvl5pPr indent="-228600" lvl="4" marL="2286000" algn="l">
              <a:lnSpc>
                <a:spcPct val="90000"/>
              </a:lnSpc>
              <a:spcBef>
                <a:spcPts val="500"/>
              </a:spcBef>
              <a:spcAft>
                <a:spcPts val="0"/>
              </a:spcAft>
              <a:buSzPts val="12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2" name="Google Shape;392;p34"/>
          <p:cNvSpPr/>
          <p:nvPr>
            <p:ph idx="3" type="pic"/>
          </p:nvPr>
        </p:nvSpPr>
        <p:spPr>
          <a:xfrm>
            <a:off x="4383881" y="1919288"/>
            <a:ext cx="3424238" cy="3092979"/>
          </a:xfrm>
          <a:prstGeom prst="rect">
            <a:avLst/>
          </a:prstGeom>
          <a:noFill/>
          <a:ln>
            <a:noFill/>
          </a:ln>
        </p:spPr>
      </p:sp>
      <p:sp>
        <p:nvSpPr>
          <p:cNvPr id="393" name="Google Shape;393;p34"/>
          <p:cNvSpPr txBox="1"/>
          <p:nvPr>
            <p:ph idx="4" type="body"/>
          </p:nvPr>
        </p:nvSpPr>
        <p:spPr>
          <a:xfrm>
            <a:off x="4383881" y="5226050"/>
            <a:ext cx="3424238" cy="11017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SzPts val="2000"/>
              <a:buNone/>
              <a:defRPr/>
            </a:lvl1pPr>
            <a:lvl2pPr indent="-228600" lvl="1" marL="914400" algn="l">
              <a:lnSpc>
                <a:spcPct val="90000"/>
              </a:lnSpc>
              <a:spcBef>
                <a:spcPts val="500"/>
              </a:spcBef>
              <a:spcAft>
                <a:spcPts val="0"/>
              </a:spcAft>
              <a:buSzPts val="1800"/>
              <a:buNone/>
              <a:defRPr/>
            </a:lvl2pPr>
            <a:lvl3pPr indent="-228600" lvl="2" marL="1371600" algn="l">
              <a:lnSpc>
                <a:spcPct val="90000"/>
              </a:lnSpc>
              <a:spcBef>
                <a:spcPts val="500"/>
              </a:spcBef>
              <a:spcAft>
                <a:spcPts val="0"/>
              </a:spcAft>
              <a:buSzPts val="1600"/>
              <a:buNone/>
              <a:defRPr/>
            </a:lvl3pPr>
            <a:lvl4pPr indent="-228600" lvl="3" marL="1828800" algn="l">
              <a:lnSpc>
                <a:spcPct val="90000"/>
              </a:lnSpc>
              <a:spcBef>
                <a:spcPts val="500"/>
              </a:spcBef>
              <a:spcAft>
                <a:spcPts val="0"/>
              </a:spcAft>
              <a:buSzPts val="1400"/>
              <a:buNone/>
              <a:defRPr/>
            </a:lvl4pPr>
            <a:lvl5pPr indent="-228600" lvl="4" marL="2286000" algn="l">
              <a:lnSpc>
                <a:spcPct val="90000"/>
              </a:lnSpc>
              <a:spcBef>
                <a:spcPts val="500"/>
              </a:spcBef>
              <a:spcAft>
                <a:spcPts val="0"/>
              </a:spcAft>
              <a:buSzPts val="12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4" name="Google Shape;394;p34"/>
          <p:cNvSpPr/>
          <p:nvPr>
            <p:ph idx="5" type="pic"/>
          </p:nvPr>
        </p:nvSpPr>
        <p:spPr>
          <a:xfrm>
            <a:off x="8167687" y="1919288"/>
            <a:ext cx="3424238" cy="3092979"/>
          </a:xfrm>
          <a:prstGeom prst="rect">
            <a:avLst/>
          </a:prstGeom>
          <a:noFill/>
          <a:ln>
            <a:noFill/>
          </a:ln>
        </p:spPr>
      </p:sp>
      <p:sp>
        <p:nvSpPr>
          <p:cNvPr id="395" name="Google Shape;395;p34"/>
          <p:cNvSpPr txBox="1"/>
          <p:nvPr>
            <p:ph idx="6" type="body"/>
          </p:nvPr>
        </p:nvSpPr>
        <p:spPr>
          <a:xfrm>
            <a:off x="8167687" y="5226050"/>
            <a:ext cx="3424238" cy="11017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SzPts val="2000"/>
              <a:buNone/>
              <a:defRPr/>
            </a:lvl1pPr>
            <a:lvl2pPr indent="-228600" lvl="1" marL="914400" algn="l">
              <a:lnSpc>
                <a:spcPct val="90000"/>
              </a:lnSpc>
              <a:spcBef>
                <a:spcPts val="500"/>
              </a:spcBef>
              <a:spcAft>
                <a:spcPts val="0"/>
              </a:spcAft>
              <a:buSzPts val="1800"/>
              <a:buNone/>
              <a:defRPr/>
            </a:lvl2pPr>
            <a:lvl3pPr indent="-228600" lvl="2" marL="1371600" algn="l">
              <a:lnSpc>
                <a:spcPct val="90000"/>
              </a:lnSpc>
              <a:spcBef>
                <a:spcPts val="500"/>
              </a:spcBef>
              <a:spcAft>
                <a:spcPts val="0"/>
              </a:spcAft>
              <a:buSzPts val="1600"/>
              <a:buNone/>
              <a:defRPr/>
            </a:lvl3pPr>
            <a:lvl4pPr indent="-228600" lvl="3" marL="1828800" algn="l">
              <a:lnSpc>
                <a:spcPct val="90000"/>
              </a:lnSpc>
              <a:spcBef>
                <a:spcPts val="500"/>
              </a:spcBef>
              <a:spcAft>
                <a:spcPts val="0"/>
              </a:spcAft>
              <a:buSzPts val="1400"/>
              <a:buNone/>
              <a:defRPr/>
            </a:lvl4pPr>
            <a:lvl5pPr indent="-228600" lvl="4" marL="2286000" algn="l">
              <a:lnSpc>
                <a:spcPct val="90000"/>
              </a:lnSpc>
              <a:spcBef>
                <a:spcPts val="500"/>
              </a:spcBef>
              <a:spcAft>
                <a:spcPts val="0"/>
              </a:spcAft>
              <a:buSzPts val="12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6" name="Google Shape;396;p34"/>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7" name="Google Shape;397;p34"/>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8" name="Google Shape;398;p34"/>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4 images">
  <p:cSld name="Headline and 4 images">
    <p:spTree>
      <p:nvGrpSpPr>
        <p:cNvPr id="399" name="Shape 399"/>
        <p:cNvGrpSpPr/>
        <p:nvPr/>
      </p:nvGrpSpPr>
      <p:grpSpPr>
        <a:xfrm>
          <a:off x="0" y="0"/>
          <a:ext cx="0" cy="0"/>
          <a:chOff x="0" y="0"/>
          <a:chExt cx="0" cy="0"/>
        </a:xfrm>
      </p:grpSpPr>
      <p:sp>
        <p:nvSpPr>
          <p:cNvPr id="400" name="Google Shape;400;p35"/>
          <p:cNvSpPr txBox="1"/>
          <p:nvPr>
            <p:ph type="title"/>
          </p:nvPr>
        </p:nvSpPr>
        <p:spPr>
          <a:xfrm>
            <a:off x="600075" y="1095632"/>
            <a:ext cx="10990263" cy="568412"/>
          </a:xfrm>
          <a:prstGeom prst="rect">
            <a:avLst/>
          </a:prstGeom>
          <a:noFill/>
          <a:ln>
            <a:noFill/>
          </a:ln>
        </p:spPr>
        <p:txBody>
          <a:bodyPr anchorCtr="0" anchor="t" bIns="45700" lIns="91425" spcFirstLastPara="1" rIns="91425" wrap="square" tIns="108000">
            <a:no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1" name="Google Shape;401;p35"/>
          <p:cNvSpPr/>
          <p:nvPr>
            <p:ph idx="2" type="pic"/>
          </p:nvPr>
        </p:nvSpPr>
        <p:spPr>
          <a:xfrm>
            <a:off x="600075" y="1919288"/>
            <a:ext cx="2450307" cy="4408487"/>
          </a:xfrm>
          <a:prstGeom prst="rect">
            <a:avLst/>
          </a:prstGeom>
          <a:noFill/>
          <a:ln>
            <a:noFill/>
          </a:ln>
        </p:spPr>
      </p:sp>
      <p:sp>
        <p:nvSpPr>
          <p:cNvPr id="402" name="Google Shape;402;p35"/>
          <p:cNvSpPr/>
          <p:nvPr>
            <p:ph idx="3" type="pic"/>
          </p:nvPr>
        </p:nvSpPr>
        <p:spPr>
          <a:xfrm>
            <a:off x="3446727" y="1919288"/>
            <a:ext cx="2450307" cy="4408487"/>
          </a:xfrm>
          <a:prstGeom prst="rect">
            <a:avLst/>
          </a:prstGeom>
          <a:noFill/>
          <a:ln>
            <a:noFill/>
          </a:ln>
        </p:spPr>
      </p:sp>
      <p:sp>
        <p:nvSpPr>
          <p:cNvPr id="403" name="Google Shape;403;p35"/>
          <p:cNvSpPr/>
          <p:nvPr>
            <p:ph idx="4" type="pic"/>
          </p:nvPr>
        </p:nvSpPr>
        <p:spPr>
          <a:xfrm>
            <a:off x="6293379" y="1919288"/>
            <a:ext cx="2450307" cy="4408487"/>
          </a:xfrm>
          <a:prstGeom prst="rect">
            <a:avLst/>
          </a:prstGeom>
          <a:noFill/>
          <a:ln>
            <a:noFill/>
          </a:ln>
        </p:spPr>
      </p:sp>
      <p:sp>
        <p:nvSpPr>
          <p:cNvPr id="404" name="Google Shape;404;p35"/>
          <p:cNvSpPr/>
          <p:nvPr>
            <p:ph idx="5" type="pic"/>
          </p:nvPr>
        </p:nvSpPr>
        <p:spPr>
          <a:xfrm>
            <a:off x="9140031" y="1919288"/>
            <a:ext cx="2450307" cy="4408487"/>
          </a:xfrm>
          <a:prstGeom prst="rect">
            <a:avLst/>
          </a:prstGeom>
          <a:noFill/>
          <a:ln>
            <a:noFill/>
          </a:ln>
        </p:spPr>
      </p:sp>
      <p:sp>
        <p:nvSpPr>
          <p:cNvPr id="405" name="Google Shape;405;p35"/>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6" name="Google Shape;406;p35"/>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7" name="Google Shape;407;p35"/>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4 images, text">
  <p:cSld name="Headline and 4 images, text">
    <p:spTree>
      <p:nvGrpSpPr>
        <p:cNvPr id="408" name="Shape 408"/>
        <p:cNvGrpSpPr/>
        <p:nvPr/>
      </p:nvGrpSpPr>
      <p:grpSpPr>
        <a:xfrm>
          <a:off x="0" y="0"/>
          <a:ext cx="0" cy="0"/>
          <a:chOff x="0" y="0"/>
          <a:chExt cx="0" cy="0"/>
        </a:xfrm>
      </p:grpSpPr>
      <p:sp>
        <p:nvSpPr>
          <p:cNvPr id="409" name="Google Shape;409;p36"/>
          <p:cNvSpPr txBox="1"/>
          <p:nvPr>
            <p:ph type="title"/>
          </p:nvPr>
        </p:nvSpPr>
        <p:spPr>
          <a:xfrm>
            <a:off x="600075" y="1095632"/>
            <a:ext cx="10990263" cy="568412"/>
          </a:xfrm>
          <a:prstGeom prst="rect">
            <a:avLst/>
          </a:prstGeom>
          <a:noFill/>
          <a:ln>
            <a:noFill/>
          </a:ln>
        </p:spPr>
        <p:txBody>
          <a:bodyPr anchorCtr="0" anchor="t" bIns="45700" lIns="91425" spcFirstLastPara="1" rIns="91425" wrap="square" tIns="108000">
            <a:no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0" name="Google Shape;410;p36"/>
          <p:cNvSpPr/>
          <p:nvPr>
            <p:ph idx="2" type="pic"/>
          </p:nvPr>
        </p:nvSpPr>
        <p:spPr>
          <a:xfrm>
            <a:off x="600075" y="1919288"/>
            <a:ext cx="2450307" cy="3092979"/>
          </a:xfrm>
          <a:prstGeom prst="rect">
            <a:avLst/>
          </a:prstGeom>
          <a:noFill/>
          <a:ln>
            <a:noFill/>
          </a:ln>
        </p:spPr>
      </p:sp>
      <p:sp>
        <p:nvSpPr>
          <p:cNvPr id="411" name="Google Shape;411;p36"/>
          <p:cNvSpPr txBox="1"/>
          <p:nvPr>
            <p:ph idx="1" type="body"/>
          </p:nvPr>
        </p:nvSpPr>
        <p:spPr>
          <a:xfrm>
            <a:off x="600075" y="5226050"/>
            <a:ext cx="2450307" cy="11017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SzPts val="2000"/>
              <a:buNone/>
              <a:defRPr/>
            </a:lvl1pPr>
            <a:lvl2pPr indent="-228600" lvl="1" marL="914400" algn="l">
              <a:lnSpc>
                <a:spcPct val="90000"/>
              </a:lnSpc>
              <a:spcBef>
                <a:spcPts val="500"/>
              </a:spcBef>
              <a:spcAft>
                <a:spcPts val="0"/>
              </a:spcAft>
              <a:buSzPts val="1800"/>
              <a:buNone/>
              <a:defRPr/>
            </a:lvl2pPr>
            <a:lvl3pPr indent="-228600" lvl="2" marL="1371600" algn="l">
              <a:lnSpc>
                <a:spcPct val="90000"/>
              </a:lnSpc>
              <a:spcBef>
                <a:spcPts val="500"/>
              </a:spcBef>
              <a:spcAft>
                <a:spcPts val="0"/>
              </a:spcAft>
              <a:buSzPts val="1600"/>
              <a:buNone/>
              <a:defRPr/>
            </a:lvl3pPr>
            <a:lvl4pPr indent="-228600" lvl="3" marL="1828800" algn="l">
              <a:lnSpc>
                <a:spcPct val="90000"/>
              </a:lnSpc>
              <a:spcBef>
                <a:spcPts val="500"/>
              </a:spcBef>
              <a:spcAft>
                <a:spcPts val="0"/>
              </a:spcAft>
              <a:buSzPts val="1400"/>
              <a:buNone/>
              <a:defRPr/>
            </a:lvl4pPr>
            <a:lvl5pPr indent="-228600" lvl="4" marL="2286000" algn="l">
              <a:lnSpc>
                <a:spcPct val="90000"/>
              </a:lnSpc>
              <a:spcBef>
                <a:spcPts val="500"/>
              </a:spcBef>
              <a:spcAft>
                <a:spcPts val="0"/>
              </a:spcAft>
              <a:buSzPts val="12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2" name="Google Shape;412;p36"/>
          <p:cNvSpPr/>
          <p:nvPr>
            <p:ph idx="3" type="pic"/>
          </p:nvPr>
        </p:nvSpPr>
        <p:spPr>
          <a:xfrm>
            <a:off x="3446727" y="1919288"/>
            <a:ext cx="2450307" cy="3092979"/>
          </a:xfrm>
          <a:prstGeom prst="rect">
            <a:avLst/>
          </a:prstGeom>
          <a:noFill/>
          <a:ln>
            <a:noFill/>
          </a:ln>
        </p:spPr>
      </p:sp>
      <p:sp>
        <p:nvSpPr>
          <p:cNvPr id="413" name="Google Shape;413;p36"/>
          <p:cNvSpPr txBox="1"/>
          <p:nvPr>
            <p:ph idx="4" type="body"/>
          </p:nvPr>
        </p:nvSpPr>
        <p:spPr>
          <a:xfrm>
            <a:off x="3446727" y="5226050"/>
            <a:ext cx="2450307" cy="11017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SzPts val="2000"/>
              <a:buNone/>
              <a:defRPr/>
            </a:lvl1pPr>
            <a:lvl2pPr indent="-228600" lvl="1" marL="914400" algn="l">
              <a:lnSpc>
                <a:spcPct val="90000"/>
              </a:lnSpc>
              <a:spcBef>
                <a:spcPts val="500"/>
              </a:spcBef>
              <a:spcAft>
                <a:spcPts val="0"/>
              </a:spcAft>
              <a:buSzPts val="1800"/>
              <a:buNone/>
              <a:defRPr/>
            </a:lvl2pPr>
            <a:lvl3pPr indent="-228600" lvl="2" marL="1371600" algn="l">
              <a:lnSpc>
                <a:spcPct val="90000"/>
              </a:lnSpc>
              <a:spcBef>
                <a:spcPts val="500"/>
              </a:spcBef>
              <a:spcAft>
                <a:spcPts val="0"/>
              </a:spcAft>
              <a:buSzPts val="1600"/>
              <a:buNone/>
              <a:defRPr/>
            </a:lvl3pPr>
            <a:lvl4pPr indent="-228600" lvl="3" marL="1828800" algn="l">
              <a:lnSpc>
                <a:spcPct val="90000"/>
              </a:lnSpc>
              <a:spcBef>
                <a:spcPts val="500"/>
              </a:spcBef>
              <a:spcAft>
                <a:spcPts val="0"/>
              </a:spcAft>
              <a:buSzPts val="1400"/>
              <a:buNone/>
              <a:defRPr/>
            </a:lvl4pPr>
            <a:lvl5pPr indent="-228600" lvl="4" marL="2286000" algn="l">
              <a:lnSpc>
                <a:spcPct val="90000"/>
              </a:lnSpc>
              <a:spcBef>
                <a:spcPts val="500"/>
              </a:spcBef>
              <a:spcAft>
                <a:spcPts val="0"/>
              </a:spcAft>
              <a:buSzPts val="12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4" name="Google Shape;414;p36"/>
          <p:cNvSpPr/>
          <p:nvPr>
            <p:ph idx="5" type="pic"/>
          </p:nvPr>
        </p:nvSpPr>
        <p:spPr>
          <a:xfrm>
            <a:off x="6293379" y="1919288"/>
            <a:ext cx="2450307" cy="3092979"/>
          </a:xfrm>
          <a:prstGeom prst="rect">
            <a:avLst/>
          </a:prstGeom>
          <a:noFill/>
          <a:ln>
            <a:noFill/>
          </a:ln>
        </p:spPr>
      </p:sp>
      <p:sp>
        <p:nvSpPr>
          <p:cNvPr id="415" name="Google Shape;415;p36"/>
          <p:cNvSpPr txBox="1"/>
          <p:nvPr>
            <p:ph idx="6" type="body"/>
          </p:nvPr>
        </p:nvSpPr>
        <p:spPr>
          <a:xfrm>
            <a:off x="6293379" y="5226050"/>
            <a:ext cx="2450307" cy="11017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SzPts val="2000"/>
              <a:buNone/>
              <a:defRPr/>
            </a:lvl1pPr>
            <a:lvl2pPr indent="-228600" lvl="1" marL="914400" algn="l">
              <a:lnSpc>
                <a:spcPct val="90000"/>
              </a:lnSpc>
              <a:spcBef>
                <a:spcPts val="500"/>
              </a:spcBef>
              <a:spcAft>
                <a:spcPts val="0"/>
              </a:spcAft>
              <a:buSzPts val="1800"/>
              <a:buNone/>
              <a:defRPr/>
            </a:lvl2pPr>
            <a:lvl3pPr indent="-228600" lvl="2" marL="1371600" algn="l">
              <a:lnSpc>
                <a:spcPct val="90000"/>
              </a:lnSpc>
              <a:spcBef>
                <a:spcPts val="500"/>
              </a:spcBef>
              <a:spcAft>
                <a:spcPts val="0"/>
              </a:spcAft>
              <a:buSzPts val="1600"/>
              <a:buNone/>
              <a:defRPr/>
            </a:lvl3pPr>
            <a:lvl4pPr indent="-228600" lvl="3" marL="1828800" algn="l">
              <a:lnSpc>
                <a:spcPct val="90000"/>
              </a:lnSpc>
              <a:spcBef>
                <a:spcPts val="500"/>
              </a:spcBef>
              <a:spcAft>
                <a:spcPts val="0"/>
              </a:spcAft>
              <a:buSzPts val="1400"/>
              <a:buNone/>
              <a:defRPr/>
            </a:lvl4pPr>
            <a:lvl5pPr indent="-228600" lvl="4" marL="2286000" algn="l">
              <a:lnSpc>
                <a:spcPct val="90000"/>
              </a:lnSpc>
              <a:spcBef>
                <a:spcPts val="500"/>
              </a:spcBef>
              <a:spcAft>
                <a:spcPts val="0"/>
              </a:spcAft>
              <a:buSzPts val="12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6" name="Google Shape;416;p36"/>
          <p:cNvSpPr/>
          <p:nvPr>
            <p:ph idx="7" type="pic"/>
          </p:nvPr>
        </p:nvSpPr>
        <p:spPr>
          <a:xfrm>
            <a:off x="9140031" y="1919288"/>
            <a:ext cx="2450307" cy="3092979"/>
          </a:xfrm>
          <a:prstGeom prst="rect">
            <a:avLst/>
          </a:prstGeom>
          <a:noFill/>
          <a:ln>
            <a:noFill/>
          </a:ln>
        </p:spPr>
      </p:sp>
      <p:sp>
        <p:nvSpPr>
          <p:cNvPr id="417" name="Google Shape;417;p36"/>
          <p:cNvSpPr txBox="1"/>
          <p:nvPr>
            <p:ph idx="8" type="body"/>
          </p:nvPr>
        </p:nvSpPr>
        <p:spPr>
          <a:xfrm>
            <a:off x="9140030" y="5226050"/>
            <a:ext cx="2450307" cy="11017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SzPts val="2000"/>
              <a:buNone/>
              <a:defRPr/>
            </a:lvl1pPr>
            <a:lvl2pPr indent="-228600" lvl="1" marL="914400" algn="l">
              <a:lnSpc>
                <a:spcPct val="90000"/>
              </a:lnSpc>
              <a:spcBef>
                <a:spcPts val="500"/>
              </a:spcBef>
              <a:spcAft>
                <a:spcPts val="0"/>
              </a:spcAft>
              <a:buSzPts val="1800"/>
              <a:buNone/>
              <a:defRPr/>
            </a:lvl2pPr>
            <a:lvl3pPr indent="-228600" lvl="2" marL="1371600" algn="l">
              <a:lnSpc>
                <a:spcPct val="90000"/>
              </a:lnSpc>
              <a:spcBef>
                <a:spcPts val="500"/>
              </a:spcBef>
              <a:spcAft>
                <a:spcPts val="0"/>
              </a:spcAft>
              <a:buSzPts val="1600"/>
              <a:buNone/>
              <a:defRPr/>
            </a:lvl3pPr>
            <a:lvl4pPr indent="-228600" lvl="3" marL="1828800" algn="l">
              <a:lnSpc>
                <a:spcPct val="90000"/>
              </a:lnSpc>
              <a:spcBef>
                <a:spcPts val="500"/>
              </a:spcBef>
              <a:spcAft>
                <a:spcPts val="0"/>
              </a:spcAft>
              <a:buSzPts val="1400"/>
              <a:buNone/>
              <a:defRPr/>
            </a:lvl4pPr>
            <a:lvl5pPr indent="-228600" lvl="4" marL="2286000" algn="l">
              <a:lnSpc>
                <a:spcPct val="90000"/>
              </a:lnSpc>
              <a:spcBef>
                <a:spcPts val="500"/>
              </a:spcBef>
              <a:spcAft>
                <a:spcPts val="0"/>
              </a:spcAft>
              <a:buSzPts val="12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8" name="Google Shape;418;p36"/>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9" name="Google Shape;419;p36"/>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0" name="Google Shape;420;p36"/>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only">
  <p:cSld name="Headline only">
    <p:spTree>
      <p:nvGrpSpPr>
        <p:cNvPr id="421" name="Shape 421"/>
        <p:cNvGrpSpPr/>
        <p:nvPr/>
      </p:nvGrpSpPr>
      <p:grpSpPr>
        <a:xfrm>
          <a:off x="0" y="0"/>
          <a:ext cx="0" cy="0"/>
          <a:chOff x="0" y="0"/>
          <a:chExt cx="0" cy="0"/>
        </a:xfrm>
      </p:grpSpPr>
      <p:sp>
        <p:nvSpPr>
          <p:cNvPr id="422" name="Google Shape;422;p37"/>
          <p:cNvSpPr txBox="1"/>
          <p:nvPr>
            <p:ph type="title"/>
          </p:nvPr>
        </p:nvSpPr>
        <p:spPr>
          <a:xfrm>
            <a:off x="600075" y="1095632"/>
            <a:ext cx="10990263" cy="568412"/>
          </a:xfrm>
          <a:prstGeom prst="rect">
            <a:avLst/>
          </a:prstGeom>
          <a:noFill/>
          <a:ln>
            <a:noFill/>
          </a:ln>
        </p:spPr>
        <p:txBody>
          <a:bodyPr anchorCtr="0" anchor="t" bIns="45700" lIns="91425" spcFirstLastPara="1" rIns="91425" wrap="square" tIns="108000">
            <a:no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3" name="Google Shape;423;p37"/>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4" name="Google Shape;424;p37"/>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5" name="Google Shape;425;p37"/>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only, light blue lines">
  <p:cSld name="Headline only, light blue lines">
    <p:spTree>
      <p:nvGrpSpPr>
        <p:cNvPr id="426" name="Shape 426"/>
        <p:cNvGrpSpPr/>
        <p:nvPr/>
      </p:nvGrpSpPr>
      <p:grpSpPr>
        <a:xfrm>
          <a:off x="0" y="0"/>
          <a:ext cx="0" cy="0"/>
          <a:chOff x="0" y="0"/>
          <a:chExt cx="0" cy="0"/>
        </a:xfrm>
      </p:grpSpPr>
      <p:sp>
        <p:nvSpPr>
          <p:cNvPr id="427" name="Google Shape;427;p38"/>
          <p:cNvSpPr txBox="1"/>
          <p:nvPr>
            <p:ph type="title"/>
          </p:nvPr>
        </p:nvSpPr>
        <p:spPr>
          <a:xfrm>
            <a:off x="600075" y="1095632"/>
            <a:ext cx="10990263" cy="568412"/>
          </a:xfrm>
          <a:prstGeom prst="rect">
            <a:avLst/>
          </a:prstGeom>
          <a:noFill/>
          <a:ln>
            <a:noFill/>
          </a:ln>
        </p:spPr>
        <p:txBody>
          <a:bodyPr anchorCtr="0" anchor="t" bIns="45700" lIns="91425" spcFirstLastPara="1" rIns="91425" wrap="square" tIns="108000">
            <a:no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8" name="Google Shape;428;p38"/>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9" name="Google Shape;429;p38"/>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0" name="Google Shape;430;p38"/>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431" name="Google Shape;431;p38"/>
          <p:cNvPicPr preferRelativeResize="0"/>
          <p:nvPr/>
        </p:nvPicPr>
        <p:blipFill rotWithShape="1">
          <a:blip r:embed="rId2">
            <a:alphaModFix/>
          </a:blip>
          <a:srcRect b="27986" l="0" r="70668" t="0"/>
          <a:stretch/>
        </p:blipFill>
        <p:spPr>
          <a:xfrm rot="10800000">
            <a:off x="8615880" y="1919288"/>
            <a:ext cx="3576120" cy="4938712"/>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only, sand lines">
  <p:cSld name="Headline only, sand lines">
    <p:spTree>
      <p:nvGrpSpPr>
        <p:cNvPr id="432" name="Shape 432"/>
        <p:cNvGrpSpPr/>
        <p:nvPr/>
      </p:nvGrpSpPr>
      <p:grpSpPr>
        <a:xfrm>
          <a:off x="0" y="0"/>
          <a:ext cx="0" cy="0"/>
          <a:chOff x="0" y="0"/>
          <a:chExt cx="0" cy="0"/>
        </a:xfrm>
      </p:grpSpPr>
      <p:sp>
        <p:nvSpPr>
          <p:cNvPr id="433" name="Google Shape;433;p39"/>
          <p:cNvSpPr txBox="1"/>
          <p:nvPr>
            <p:ph type="title"/>
          </p:nvPr>
        </p:nvSpPr>
        <p:spPr>
          <a:xfrm>
            <a:off x="600075" y="1095632"/>
            <a:ext cx="10990263" cy="568412"/>
          </a:xfrm>
          <a:prstGeom prst="rect">
            <a:avLst/>
          </a:prstGeom>
          <a:noFill/>
          <a:ln>
            <a:noFill/>
          </a:ln>
        </p:spPr>
        <p:txBody>
          <a:bodyPr anchorCtr="0" anchor="t" bIns="45700" lIns="91425" spcFirstLastPara="1" rIns="91425" wrap="square" tIns="108000">
            <a:no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4" name="Google Shape;434;p39"/>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5" name="Google Shape;435;p39"/>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6" name="Google Shape;436;p39"/>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437" name="Google Shape;437;p39"/>
          <p:cNvPicPr preferRelativeResize="0"/>
          <p:nvPr/>
        </p:nvPicPr>
        <p:blipFill rotWithShape="1">
          <a:blip r:embed="rId2">
            <a:alphaModFix/>
          </a:blip>
          <a:srcRect b="27986" l="0" r="70668" t="0"/>
          <a:stretch/>
        </p:blipFill>
        <p:spPr>
          <a:xfrm rot="10800000">
            <a:off x="8615880" y="1919288"/>
            <a:ext cx="3576120" cy="4938712"/>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only, light blue">
  <p:cSld name="Headline only, light blue">
    <p:bg>
      <p:bgPr>
        <a:solidFill>
          <a:schemeClr val="accent4"/>
        </a:solidFill>
      </p:bgPr>
    </p:bg>
    <p:spTree>
      <p:nvGrpSpPr>
        <p:cNvPr id="438" name="Shape 438"/>
        <p:cNvGrpSpPr/>
        <p:nvPr/>
      </p:nvGrpSpPr>
      <p:grpSpPr>
        <a:xfrm>
          <a:off x="0" y="0"/>
          <a:ext cx="0" cy="0"/>
          <a:chOff x="0" y="0"/>
          <a:chExt cx="0" cy="0"/>
        </a:xfrm>
      </p:grpSpPr>
      <p:sp>
        <p:nvSpPr>
          <p:cNvPr id="439" name="Google Shape;439;p40"/>
          <p:cNvSpPr txBox="1"/>
          <p:nvPr>
            <p:ph type="title"/>
          </p:nvPr>
        </p:nvSpPr>
        <p:spPr>
          <a:xfrm>
            <a:off x="600075" y="1095632"/>
            <a:ext cx="10990263" cy="568412"/>
          </a:xfrm>
          <a:prstGeom prst="rect">
            <a:avLst/>
          </a:prstGeom>
          <a:noFill/>
          <a:ln>
            <a:noFill/>
          </a:ln>
        </p:spPr>
        <p:txBody>
          <a:bodyPr anchorCtr="0" anchor="t" bIns="45700" lIns="91425" spcFirstLastPara="1" rIns="91425" wrap="square" tIns="108000">
            <a:no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0" name="Google Shape;440;p40"/>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1" name="Google Shape;441;p40"/>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2" name="Google Shape;442;p40"/>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443" name="Google Shape;443;p40"/>
          <p:cNvPicPr preferRelativeResize="0"/>
          <p:nvPr/>
        </p:nvPicPr>
        <p:blipFill rotWithShape="1">
          <a:blip r:embed="rId2">
            <a:alphaModFix/>
          </a:blip>
          <a:srcRect b="27986" l="0" r="70668" t="0"/>
          <a:stretch/>
        </p:blipFill>
        <p:spPr>
          <a:xfrm rot="10800000">
            <a:off x="8615880" y="1919288"/>
            <a:ext cx="3576120" cy="4938712"/>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only, sand">
  <p:cSld name="Headline only, sand">
    <p:bg>
      <p:bgPr>
        <a:solidFill>
          <a:schemeClr val="lt2"/>
        </a:solidFill>
      </p:bgPr>
    </p:bg>
    <p:spTree>
      <p:nvGrpSpPr>
        <p:cNvPr id="444" name="Shape 444"/>
        <p:cNvGrpSpPr/>
        <p:nvPr/>
      </p:nvGrpSpPr>
      <p:grpSpPr>
        <a:xfrm>
          <a:off x="0" y="0"/>
          <a:ext cx="0" cy="0"/>
          <a:chOff x="0" y="0"/>
          <a:chExt cx="0" cy="0"/>
        </a:xfrm>
      </p:grpSpPr>
      <p:sp>
        <p:nvSpPr>
          <p:cNvPr id="445" name="Google Shape;445;p41"/>
          <p:cNvSpPr txBox="1"/>
          <p:nvPr>
            <p:ph type="title"/>
          </p:nvPr>
        </p:nvSpPr>
        <p:spPr>
          <a:xfrm>
            <a:off x="600075" y="1095632"/>
            <a:ext cx="10990263" cy="568412"/>
          </a:xfrm>
          <a:prstGeom prst="rect">
            <a:avLst/>
          </a:prstGeom>
          <a:noFill/>
          <a:ln>
            <a:noFill/>
          </a:ln>
        </p:spPr>
        <p:txBody>
          <a:bodyPr anchorCtr="0" anchor="t" bIns="45700" lIns="91425" spcFirstLastPara="1" rIns="91425" wrap="square" tIns="108000">
            <a:no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6" name="Google Shape;446;p41"/>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7" name="Google Shape;447;p41"/>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8" name="Google Shape;448;p41"/>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449" name="Google Shape;449;p41"/>
          <p:cNvPicPr preferRelativeResize="0"/>
          <p:nvPr/>
        </p:nvPicPr>
        <p:blipFill rotWithShape="1">
          <a:blip r:embed="rId2">
            <a:alphaModFix/>
          </a:blip>
          <a:srcRect b="27986" l="0" r="70668" t="0"/>
          <a:stretch/>
        </p:blipFill>
        <p:spPr>
          <a:xfrm rot="10800000">
            <a:off x="8615880" y="1919288"/>
            <a:ext cx="3576120" cy="4938712"/>
          </a:xfrm>
          <a:prstGeom prst="rect">
            <a:avLst/>
          </a:prstGeom>
          <a:noFill/>
          <a:ln>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type="blank">
  <p:cSld name="BLANK">
    <p:spTree>
      <p:nvGrpSpPr>
        <p:cNvPr id="450" name="Shape 450"/>
        <p:cNvGrpSpPr/>
        <p:nvPr/>
      </p:nvGrpSpPr>
      <p:grpSpPr>
        <a:xfrm>
          <a:off x="0" y="0"/>
          <a:ext cx="0" cy="0"/>
          <a:chOff x="0" y="0"/>
          <a:chExt cx="0" cy="0"/>
        </a:xfrm>
      </p:grpSpPr>
      <p:sp>
        <p:nvSpPr>
          <p:cNvPr id="451" name="Google Shape;451;p42"/>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2" name="Google Shape;452;p42"/>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3" name="Google Shape;453;p42"/>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content, top">
  <p:cSld name="Headline and content, top">
    <p:spTree>
      <p:nvGrpSpPr>
        <p:cNvPr id="454" name="Shape 454"/>
        <p:cNvGrpSpPr/>
        <p:nvPr/>
      </p:nvGrpSpPr>
      <p:grpSpPr>
        <a:xfrm>
          <a:off x="0" y="0"/>
          <a:ext cx="0" cy="0"/>
          <a:chOff x="0" y="0"/>
          <a:chExt cx="0" cy="0"/>
        </a:xfrm>
      </p:grpSpPr>
      <p:sp>
        <p:nvSpPr>
          <p:cNvPr id="455" name="Google Shape;455;p43"/>
          <p:cNvSpPr txBox="1"/>
          <p:nvPr>
            <p:ph type="title"/>
          </p:nvPr>
        </p:nvSpPr>
        <p:spPr>
          <a:xfrm>
            <a:off x="1006764" y="326841"/>
            <a:ext cx="10583574" cy="591127"/>
          </a:xfrm>
          <a:prstGeom prst="rect">
            <a:avLst/>
          </a:prstGeom>
          <a:noFill/>
          <a:ln>
            <a:noFill/>
          </a:ln>
        </p:spPr>
        <p:txBody>
          <a:bodyPr anchorCtr="0" anchor="ctr" bIns="45700" lIns="91425" spcFirstLastPara="1" rIns="91425" wrap="square" tIns="108000">
            <a:noAutofit/>
          </a:bodyPr>
          <a:lstStyle>
            <a:lvl1pPr lvl="0" algn="l">
              <a:lnSpc>
                <a:spcPct val="90000"/>
              </a:lnSpc>
              <a:spcBef>
                <a:spcPts val="0"/>
              </a:spcBef>
              <a:spcAft>
                <a:spcPts val="0"/>
              </a:spcAft>
              <a:buClr>
                <a:schemeClr val="dk2"/>
              </a:buClr>
              <a:buSzPts val="3200"/>
              <a:buFont typeface="Figtree"/>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6" name="Google Shape;456;p43"/>
          <p:cNvSpPr txBox="1"/>
          <p:nvPr>
            <p:ph idx="1" type="body"/>
          </p:nvPr>
        </p:nvSpPr>
        <p:spPr>
          <a:xfrm>
            <a:off x="600075" y="1366838"/>
            <a:ext cx="10990263" cy="4959313"/>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SzPts val="1800"/>
              <a:buChar char="•"/>
              <a:defRPr/>
            </a:lvl1pPr>
            <a:lvl2pPr indent="-342900" lvl="1" marL="914400" algn="l">
              <a:lnSpc>
                <a:spcPct val="90000"/>
              </a:lnSpc>
              <a:spcBef>
                <a:spcPts val="500"/>
              </a:spcBef>
              <a:spcAft>
                <a:spcPts val="0"/>
              </a:spcAft>
              <a:buSzPts val="1800"/>
              <a:buChar char="•"/>
              <a:defRPr/>
            </a:lvl2pPr>
            <a:lvl3pPr indent="-342900" lvl="2" marL="1371600" algn="l">
              <a:lnSpc>
                <a:spcPct val="90000"/>
              </a:lnSpc>
              <a:spcBef>
                <a:spcPts val="500"/>
              </a:spcBef>
              <a:spcAft>
                <a:spcPts val="0"/>
              </a:spcAft>
              <a:buSzPts val="18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7" name="Google Shape;457;p43"/>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8" name="Google Shape;458;p43"/>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9" name="Google Shape;459;p43"/>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only, top">
  <p:cSld name="Headline only, top">
    <p:spTree>
      <p:nvGrpSpPr>
        <p:cNvPr id="460" name="Shape 460"/>
        <p:cNvGrpSpPr/>
        <p:nvPr/>
      </p:nvGrpSpPr>
      <p:grpSpPr>
        <a:xfrm>
          <a:off x="0" y="0"/>
          <a:ext cx="0" cy="0"/>
          <a:chOff x="0" y="0"/>
          <a:chExt cx="0" cy="0"/>
        </a:xfrm>
      </p:grpSpPr>
      <p:sp>
        <p:nvSpPr>
          <p:cNvPr id="461" name="Google Shape;461;p44"/>
          <p:cNvSpPr txBox="1"/>
          <p:nvPr>
            <p:ph type="title"/>
          </p:nvPr>
        </p:nvSpPr>
        <p:spPr>
          <a:xfrm>
            <a:off x="1006764" y="326841"/>
            <a:ext cx="10583574" cy="591127"/>
          </a:xfrm>
          <a:prstGeom prst="rect">
            <a:avLst/>
          </a:prstGeom>
          <a:noFill/>
          <a:ln>
            <a:noFill/>
          </a:ln>
        </p:spPr>
        <p:txBody>
          <a:bodyPr anchorCtr="0" anchor="ctr" bIns="45700" lIns="91425" spcFirstLastPara="1" rIns="91425" wrap="square" tIns="108000">
            <a:noAutofit/>
          </a:bodyPr>
          <a:lstStyle>
            <a:lvl1pPr lvl="0" algn="l">
              <a:lnSpc>
                <a:spcPct val="90000"/>
              </a:lnSpc>
              <a:spcBef>
                <a:spcPts val="0"/>
              </a:spcBef>
              <a:spcAft>
                <a:spcPts val="0"/>
              </a:spcAft>
              <a:buClr>
                <a:schemeClr val="dk2"/>
              </a:buClr>
              <a:buSzPts val="3200"/>
              <a:buFont typeface="Figtree"/>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2" name="Google Shape;462;p44"/>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3" name="Google Shape;463;p44"/>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4" name="Google Shape;464;p44"/>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ogo" showMasterSp="0">
  <p:cSld name="Logo">
    <p:bg>
      <p:bgPr>
        <a:solidFill>
          <a:schemeClr val="accent1"/>
        </a:solidFill>
      </p:bgPr>
    </p:bg>
    <p:spTree>
      <p:nvGrpSpPr>
        <p:cNvPr id="465" name="Shape 465"/>
        <p:cNvGrpSpPr/>
        <p:nvPr/>
      </p:nvGrpSpPr>
      <p:grpSpPr>
        <a:xfrm>
          <a:off x="0" y="0"/>
          <a:ext cx="0" cy="0"/>
          <a:chOff x="0" y="0"/>
          <a:chExt cx="0" cy="0"/>
        </a:xfrm>
      </p:grpSpPr>
      <p:pic>
        <p:nvPicPr>
          <p:cNvPr id="466" name="Google Shape;466;p45"/>
          <p:cNvPicPr preferRelativeResize="0"/>
          <p:nvPr/>
        </p:nvPicPr>
        <p:blipFill rotWithShape="1">
          <a:blip r:embed="rId2">
            <a:alphaModFix/>
          </a:blip>
          <a:srcRect b="0" l="0" r="0" t="0"/>
          <a:stretch/>
        </p:blipFill>
        <p:spPr>
          <a:xfrm>
            <a:off x="4804380" y="1703220"/>
            <a:ext cx="2583240" cy="2890766"/>
          </a:xfrm>
          <a:prstGeom prst="rect">
            <a:avLst/>
          </a:prstGeom>
          <a:noFill/>
          <a:ln>
            <a:noFill/>
          </a:ln>
        </p:spPr>
      </p:pic>
      <p:sp>
        <p:nvSpPr>
          <p:cNvPr id="467" name="Google Shape;467;p45"/>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8" name="Google Shape;468;p45"/>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9" name="Google Shape;469;p45"/>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700">
                <a:solidFill>
                  <a:schemeClr val="lt1"/>
                </a:solidFill>
                <a:latin typeface="Figtree"/>
                <a:ea typeface="Figtree"/>
                <a:cs typeface="Figtree"/>
                <a:sym typeface="Figtree"/>
              </a:defRPr>
            </a:lvl1pPr>
            <a:lvl2pPr indent="0" lvl="1" marL="0" algn="r">
              <a:spcBef>
                <a:spcPts val="0"/>
              </a:spcBef>
              <a:buNone/>
              <a:defRPr sz="700">
                <a:solidFill>
                  <a:schemeClr val="lt1"/>
                </a:solidFill>
                <a:latin typeface="Figtree"/>
                <a:ea typeface="Figtree"/>
                <a:cs typeface="Figtree"/>
                <a:sym typeface="Figtree"/>
              </a:defRPr>
            </a:lvl2pPr>
            <a:lvl3pPr indent="0" lvl="2" marL="0" algn="r">
              <a:spcBef>
                <a:spcPts val="0"/>
              </a:spcBef>
              <a:buNone/>
              <a:defRPr sz="700">
                <a:solidFill>
                  <a:schemeClr val="lt1"/>
                </a:solidFill>
                <a:latin typeface="Figtree"/>
                <a:ea typeface="Figtree"/>
                <a:cs typeface="Figtree"/>
                <a:sym typeface="Figtree"/>
              </a:defRPr>
            </a:lvl3pPr>
            <a:lvl4pPr indent="0" lvl="3" marL="0" algn="r">
              <a:spcBef>
                <a:spcPts val="0"/>
              </a:spcBef>
              <a:buNone/>
              <a:defRPr sz="700">
                <a:solidFill>
                  <a:schemeClr val="lt1"/>
                </a:solidFill>
                <a:latin typeface="Figtree"/>
                <a:ea typeface="Figtree"/>
                <a:cs typeface="Figtree"/>
                <a:sym typeface="Figtree"/>
              </a:defRPr>
            </a:lvl4pPr>
            <a:lvl5pPr indent="0" lvl="4" marL="0" algn="r">
              <a:spcBef>
                <a:spcPts val="0"/>
              </a:spcBef>
              <a:buNone/>
              <a:defRPr sz="700">
                <a:solidFill>
                  <a:schemeClr val="lt1"/>
                </a:solidFill>
                <a:latin typeface="Figtree"/>
                <a:ea typeface="Figtree"/>
                <a:cs typeface="Figtree"/>
                <a:sym typeface="Figtree"/>
              </a:defRPr>
            </a:lvl5pPr>
            <a:lvl6pPr indent="0" lvl="5" marL="0" algn="r">
              <a:spcBef>
                <a:spcPts val="0"/>
              </a:spcBef>
              <a:buNone/>
              <a:defRPr sz="700">
                <a:solidFill>
                  <a:schemeClr val="lt1"/>
                </a:solidFill>
                <a:latin typeface="Figtree"/>
                <a:ea typeface="Figtree"/>
                <a:cs typeface="Figtree"/>
                <a:sym typeface="Figtree"/>
              </a:defRPr>
            </a:lvl6pPr>
            <a:lvl7pPr indent="0" lvl="6" marL="0" algn="r">
              <a:spcBef>
                <a:spcPts val="0"/>
              </a:spcBef>
              <a:buNone/>
              <a:defRPr sz="700">
                <a:solidFill>
                  <a:schemeClr val="lt1"/>
                </a:solidFill>
                <a:latin typeface="Figtree"/>
                <a:ea typeface="Figtree"/>
                <a:cs typeface="Figtree"/>
                <a:sym typeface="Figtree"/>
              </a:defRPr>
            </a:lvl7pPr>
            <a:lvl8pPr indent="0" lvl="7" marL="0" algn="r">
              <a:spcBef>
                <a:spcPts val="0"/>
              </a:spcBef>
              <a:buNone/>
              <a:defRPr sz="700">
                <a:solidFill>
                  <a:schemeClr val="lt1"/>
                </a:solidFill>
                <a:latin typeface="Figtree"/>
                <a:ea typeface="Figtree"/>
                <a:cs typeface="Figtree"/>
                <a:sym typeface="Figtree"/>
              </a:defRPr>
            </a:lvl8pPr>
            <a:lvl9pPr indent="0" lvl="8" marL="0" algn="r">
              <a:spcBef>
                <a:spcPts val="0"/>
              </a:spcBef>
              <a:buNone/>
              <a:defRPr sz="700">
                <a:solidFill>
                  <a:schemeClr val="lt1"/>
                </a:solidFill>
                <a:latin typeface="Figtree"/>
                <a:ea typeface="Figtree"/>
                <a:cs typeface="Figtree"/>
                <a:sym typeface="Figtree"/>
              </a:defRPr>
            </a:lvl9pPr>
          </a:lstStyle>
          <a:p>
            <a:pPr indent="0" lvl="0" marL="0" rtl="0" algn="r">
              <a:spcBef>
                <a:spcPts val="0"/>
              </a:spcBef>
              <a:spcAft>
                <a:spcPts val="0"/>
              </a:spcAft>
              <a:buNone/>
            </a:pPr>
            <a:fld id="{00000000-1234-1234-1234-123412341234}" type="slidenum">
              <a:rPr lang="en-US"/>
              <a:t>‹#›</a:t>
            </a:fld>
            <a:endParaRPr/>
          </a:p>
        </p:txBody>
      </p:sp>
      <p:pic>
        <p:nvPicPr>
          <p:cNvPr id="470" name="Google Shape;470;p45"/>
          <p:cNvPicPr preferRelativeResize="0"/>
          <p:nvPr/>
        </p:nvPicPr>
        <p:blipFill rotWithShape="1">
          <a:blip r:embed="rId3">
            <a:alphaModFix/>
          </a:blip>
          <a:srcRect b="32409" l="0" r="73936" t="0"/>
          <a:stretch/>
        </p:blipFill>
        <p:spPr>
          <a:xfrm>
            <a:off x="-1" y="1"/>
            <a:ext cx="3177767" cy="4635374"/>
          </a:xfrm>
          <a:prstGeom prst="rect">
            <a:avLst/>
          </a:prstGeom>
          <a:noFill/>
          <a:ln>
            <a:noFill/>
          </a:ln>
        </p:spPr>
      </p:pic>
      <p:pic>
        <p:nvPicPr>
          <p:cNvPr id="471" name="Google Shape;471;p45"/>
          <p:cNvPicPr preferRelativeResize="0"/>
          <p:nvPr/>
        </p:nvPicPr>
        <p:blipFill rotWithShape="1">
          <a:blip r:embed="rId4">
            <a:alphaModFix/>
          </a:blip>
          <a:srcRect b="-1" l="0" r="75198" t="72740"/>
          <a:stretch/>
        </p:blipFill>
        <p:spPr>
          <a:xfrm flipH="1">
            <a:off x="9166550" y="4988459"/>
            <a:ext cx="3023858" cy="1869540"/>
          </a:xfrm>
          <a:prstGeom prst="rect">
            <a:avLst/>
          </a:prstGeom>
          <a:noFill/>
          <a:ln>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ogo, navy blue" showMasterSp="0">
  <p:cSld name="Logo, navy blue">
    <p:bg>
      <p:bgPr>
        <a:solidFill>
          <a:schemeClr val="dk2"/>
        </a:solidFill>
      </p:bgPr>
    </p:bg>
    <p:spTree>
      <p:nvGrpSpPr>
        <p:cNvPr id="472" name="Shape 472"/>
        <p:cNvGrpSpPr/>
        <p:nvPr/>
      </p:nvGrpSpPr>
      <p:grpSpPr>
        <a:xfrm>
          <a:off x="0" y="0"/>
          <a:ext cx="0" cy="0"/>
          <a:chOff x="0" y="0"/>
          <a:chExt cx="0" cy="0"/>
        </a:xfrm>
      </p:grpSpPr>
      <p:pic>
        <p:nvPicPr>
          <p:cNvPr id="473" name="Google Shape;473;p46"/>
          <p:cNvPicPr preferRelativeResize="0"/>
          <p:nvPr/>
        </p:nvPicPr>
        <p:blipFill rotWithShape="1">
          <a:blip r:embed="rId2">
            <a:alphaModFix/>
          </a:blip>
          <a:srcRect b="0" l="0" r="0" t="0"/>
          <a:stretch/>
        </p:blipFill>
        <p:spPr>
          <a:xfrm>
            <a:off x="4804380" y="1703220"/>
            <a:ext cx="2583240" cy="2890766"/>
          </a:xfrm>
          <a:prstGeom prst="rect">
            <a:avLst/>
          </a:prstGeom>
          <a:noFill/>
          <a:ln>
            <a:noFill/>
          </a:ln>
        </p:spPr>
      </p:pic>
      <p:sp>
        <p:nvSpPr>
          <p:cNvPr id="474" name="Google Shape;474;p46"/>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5" name="Google Shape;475;p46"/>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6" name="Google Shape;476;p46"/>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700">
                <a:solidFill>
                  <a:schemeClr val="lt1"/>
                </a:solidFill>
                <a:latin typeface="Figtree"/>
                <a:ea typeface="Figtree"/>
                <a:cs typeface="Figtree"/>
                <a:sym typeface="Figtree"/>
              </a:defRPr>
            </a:lvl1pPr>
            <a:lvl2pPr indent="0" lvl="1" marL="0" algn="r">
              <a:spcBef>
                <a:spcPts val="0"/>
              </a:spcBef>
              <a:buNone/>
              <a:defRPr sz="700">
                <a:solidFill>
                  <a:schemeClr val="lt1"/>
                </a:solidFill>
                <a:latin typeface="Figtree"/>
                <a:ea typeface="Figtree"/>
                <a:cs typeface="Figtree"/>
                <a:sym typeface="Figtree"/>
              </a:defRPr>
            </a:lvl2pPr>
            <a:lvl3pPr indent="0" lvl="2" marL="0" algn="r">
              <a:spcBef>
                <a:spcPts val="0"/>
              </a:spcBef>
              <a:buNone/>
              <a:defRPr sz="700">
                <a:solidFill>
                  <a:schemeClr val="lt1"/>
                </a:solidFill>
                <a:latin typeface="Figtree"/>
                <a:ea typeface="Figtree"/>
                <a:cs typeface="Figtree"/>
                <a:sym typeface="Figtree"/>
              </a:defRPr>
            </a:lvl3pPr>
            <a:lvl4pPr indent="0" lvl="3" marL="0" algn="r">
              <a:spcBef>
                <a:spcPts val="0"/>
              </a:spcBef>
              <a:buNone/>
              <a:defRPr sz="700">
                <a:solidFill>
                  <a:schemeClr val="lt1"/>
                </a:solidFill>
                <a:latin typeface="Figtree"/>
                <a:ea typeface="Figtree"/>
                <a:cs typeface="Figtree"/>
                <a:sym typeface="Figtree"/>
              </a:defRPr>
            </a:lvl4pPr>
            <a:lvl5pPr indent="0" lvl="4" marL="0" algn="r">
              <a:spcBef>
                <a:spcPts val="0"/>
              </a:spcBef>
              <a:buNone/>
              <a:defRPr sz="700">
                <a:solidFill>
                  <a:schemeClr val="lt1"/>
                </a:solidFill>
                <a:latin typeface="Figtree"/>
                <a:ea typeface="Figtree"/>
                <a:cs typeface="Figtree"/>
                <a:sym typeface="Figtree"/>
              </a:defRPr>
            </a:lvl5pPr>
            <a:lvl6pPr indent="0" lvl="5" marL="0" algn="r">
              <a:spcBef>
                <a:spcPts val="0"/>
              </a:spcBef>
              <a:buNone/>
              <a:defRPr sz="700">
                <a:solidFill>
                  <a:schemeClr val="lt1"/>
                </a:solidFill>
                <a:latin typeface="Figtree"/>
                <a:ea typeface="Figtree"/>
                <a:cs typeface="Figtree"/>
                <a:sym typeface="Figtree"/>
              </a:defRPr>
            </a:lvl6pPr>
            <a:lvl7pPr indent="0" lvl="6" marL="0" algn="r">
              <a:spcBef>
                <a:spcPts val="0"/>
              </a:spcBef>
              <a:buNone/>
              <a:defRPr sz="700">
                <a:solidFill>
                  <a:schemeClr val="lt1"/>
                </a:solidFill>
                <a:latin typeface="Figtree"/>
                <a:ea typeface="Figtree"/>
                <a:cs typeface="Figtree"/>
                <a:sym typeface="Figtree"/>
              </a:defRPr>
            </a:lvl7pPr>
            <a:lvl8pPr indent="0" lvl="7" marL="0" algn="r">
              <a:spcBef>
                <a:spcPts val="0"/>
              </a:spcBef>
              <a:buNone/>
              <a:defRPr sz="700">
                <a:solidFill>
                  <a:schemeClr val="lt1"/>
                </a:solidFill>
                <a:latin typeface="Figtree"/>
                <a:ea typeface="Figtree"/>
                <a:cs typeface="Figtree"/>
                <a:sym typeface="Figtree"/>
              </a:defRPr>
            </a:lvl8pPr>
            <a:lvl9pPr indent="0" lvl="8" marL="0" algn="r">
              <a:spcBef>
                <a:spcPts val="0"/>
              </a:spcBef>
              <a:buNone/>
              <a:defRPr sz="700">
                <a:solidFill>
                  <a:schemeClr val="lt1"/>
                </a:solidFill>
                <a:latin typeface="Figtree"/>
                <a:ea typeface="Figtree"/>
                <a:cs typeface="Figtree"/>
                <a:sym typeface="Figtree"/>
              </a:defRPr>
            </a:lvl9pPr>
          </a:lstStyle>
          <a:p>
            <a:pPr indent="0" lvl="0" marL="0" rtl="0" algn="r">
              <a:spcBef>
                <a:spcPts val="0"/>
              </a:spcBef>
              <a:spcAft>
                <a:spcPts val="0"/>
              </a:spcAft>
              <a:buNone/>
            </a:pPr>
            <a:fld id="{00000000-1234-1234-1234-123412341234}" type="slidenum">
              <a:rPr lang="en-US"/>
              <a:t>‹#›</a:t>
            </a:fld>
            <a:endParaRPr/>
          </a:p>
        </p:txBody>
      </p:sp>
      <p:pic>
        <p:nvPicPr>
          <p:cNvPr id="477" name="Google Shape;477;p46"/>
          <p:cNvPicPr preferRelativeResize="0"/>
          <p:nvPr/>
        </p:nvPicPr>
        <p:blipFill rotWithShape="1">
          <a:blip r:embed="rId3">
            <a:alphaModFix/>
          </a:blip>
          <a:srcRect b="32409" l="0" r="73936" t="0"/>
          <a:stretch/>
        </p:blipFill>
        <p:spPr>
          <a:xfrm>
            <a:off x="-1" y="1"/>
            <a:ext cx="3177767" cy="4635374"/>
          </a:xfrm>
          <a:prstGeom prst="rect">
            <a:avLst/>
          </a:prstGeom>
          <a:noFill/>
          <a:ln>
            <a:noFill/>
          </a:ln>
        </p:spPr>
      </p:pic>
      <p:pic>
        <p:nvPicPr>
          <p:cNvPr id="478" name="Google Shape;478;p46"/>
          <p:cNvPicPr preferRelativeResize="0"/>
          <p:nvPr/>
        </p:nvPicPr>
        <p:blipFill rotWithShape="1">
          <a:blip r:embed="rId4">
            <a:alphaModFix/>
          </a:blip>
          <a:srcRect b="-1" l="0" r="75198" t="72740"/>
          <a:stretch/>
        </p:blipFill>
        <p:spPr>
          <a:xfrm flipH="1">
            <a:off x="9166550" y="4988459"/>
            <a:ext cx="3023858" cy="1869540"/>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cessibility Office 2013/2016">
  <p:cSld name="Accessibility Office 2013/2016">
    <p:spTree>
      <p:nvGrpSpPr>
        <p:cNvPr id="479" name="Shape 479"/>
        <p:cNvGrpSpPr/>
        <p:nvPr/>
      </p:nvGrpSpPr>
      <p:grpSpPr>
        <a:xfrm>
          <a:off x="0" y="0"/>
          <a:ext cx="0" cy="0"/>
          <a:chOff x="0" y="0"/>
          <a:chExt cx="0" cy="0"/>
        </a:xfrm>
      </p:grpSpPr>
      <p:sp>
        <p:nvSpPr>
          <p:cNvPr id="480" name="Google Shape;480;p47"/>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1" name="Google Shape;481;p47"/>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2" name="Google Shape;482;p47"/>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83" name="Google Shape;483;p47"/>
          <p:cNvSpPr txBox="1"/>
          <p:nvPr/>
        </p:nvSpPr>
        <p:spPr>
          <a:xfrm>
            <a:off x="600076" y="1008476"/>
            <a:ext cx="10991850" cy="110331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4000">
                <a:solidFill>
                  <a:schemeClr val="dk2"/>
                </a:solidFill>
                <a:latin typeface="Figtree"/>
                <a:ea typeface="Figtree"/>
                <a:cs typeface="Figtree"/>
                <a:sym typeface="Figtree"/>
              </a:rPr>
              <a:t>Make your presentation accessible</a:t>
            </a:r>
            <a:endParaRPr/>
          </a:p>
        </p:txBody>
      </p:sp>
      <p:sp>
        <p:nvSpPr>
          <p:cNvPr id="484" name="Google Shape;484;p47"/>
          <p:cNvSpPr txBox="1"/>
          <p:nvPr/>
        </p:nvSpPr>
        <p:spPr>
          <a:xfrm>
            <a:off x="600075" y="1790514"/>
            <a:ext cx="10990263"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1600"/>
              <a:buFont typeface="Figtree"/>
              <a:buNone/>
            </a:pPr>
            <a:r>
              <a:rPr lang="en-US" sz="1600">
                <a:solidFill>
                  <a:schemeClr val="accent1"/>
                </a:solidFill>
                <a:latin typeface="Figtree"/>
                <a:ea typeface="Figtree"/>
                <a:cs typeface="Figtree"/>
                <a:sym typeface="Figtree"/>
              </a:rPr>
              <a:t>The template is set up to be as accessibility-friendly as possible, but there are two things you need to do yourself as you add content. </a:t>
            </a:r>
            <a:r>
              <a:rPr b="1" lang="en-US" sz="1600">
                <a:solidFill>
                  <a:schemeClr val="accent1"/>
                </a:solidFill>
                <a:latin typeface="Figtree"/>
                <a:ea typeface="Figtree"/>
                <a:cs typeface="Figtree"/>
                <a:sym typeface="Figtree"/>
              </a:rPr>
              <a:t>The instructions below are for Office 2013/2016.</a:t>
            </a:r>
            <a:endParaRPr/>
          </a:p>
        </p:txBody>
      </p:sp>
      <p:sp>
        <p:nvSpPr>
          <p:cNvPr id="485" name="Google Shape;485;p47"/>
          <p:cNvSpPr txBox="1"/>
          <p:nvPr/>
        </p:nvSpPr>
        <p:spPr>
          <a:xfrm>
            <a:off x="600076" y="2616199"/>
            <a:ext cx="531495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600"/>
              <a:buFont typeface="Figtree"/>
              <a:buNone/>
            </a:pPr>
            <a:r>
              <a:rPr b="1" lang="en-US" sz="1600">
                <a:solidFill>
                  <a:schemeClr val="dk2"/>
                </a:solidFill>
                <a:latin typeface="Figtree"/>
                <a:ea typeface="Figtree"/>
                <a:cs typeface="Figtree"/>
                <a:sym typeface="Figtree"/>
              </a:rPr>
              <a:t>Add alternative text for images/figures</a:t>
            </a:r>
            <a:endParaRPr/>
          </a:p>
        </p:txBody>
      </p:sp>
      <p:sp>
        <p:nvSpPr>
          <p:cNvPr id="486" name="Google Shape;486;p47"/>
          <p:cNvSpPr txBox="1"/>
          <p:nvPr/>
        </p:nvSpPr>
        <p:spPr>
          <a:xfrm>
            <a:off x="600076" y="3031066"/>
            <a:ext cx="5314950" cy="151323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Figtree"/>
              <a:buNone/>
            </a:pPr>
            <a:r>
              <a:rPr lang="en-US" sz="1200">
                <a:solidFill>
                  <a:schemeClr val="dk1"/>
                </a:solidFill>
                <a:latin typeface="Figtree"/>
                <a:ea typeface="Figtree"/>
                <a:cs typeface="Figtree"/>
                <a:sym typeface="Figtree"/>
              </a:rPr>
              <a:t>Right-click on an image/figure and select the option "Format Picture." A tab will then open on the right side of the window. Choose the </a:t>
            </a:r>
            <a:r>
              <a:rPr i="1" lang="en-US" sz="1200">
                <a:solidFill>
                  <a:schemeClr val="dk1"/>
                </a:solidFill>
                <a:latin typeface="Figtree"/>
                <a:ea typeface="Figtree"/>
                <a:cs typeface="Figtree"/>
                <a:sym typeface="Figtree"/>
              </a:rPr>
              <a:t>Size and Properties</a:t>
            </a:r>
            <a:r>
              <a:rPr lang="en-US" sz="1200">
                <a:solidFill>
                  <a:schemeClr val="dk1"/>
                </a:solidFill>
                <a:latin typeface="Figtree"/>
                <a:ea typeface="Figtree"/>
                <a:cs typeface="Figtree"/>
                <a:sym typeface="Figtree"/>
              </a:rPr>
              <a:t> of the figure, then select </a:t>
            </a:r>
            <a:r>
              <a:rPr i="1" lang="en-US" sz="1200">
                <a:solidFill>
                  <a:schemeClr val="dk1"/>
                </a:solidFill>
                <a:latin typeface="Figtree"/>
                <a:ea typeface="Figtree"/>
                <a:cs typeface="Figtree"/>
                <a:sym typeface="Figtree"/>
              </a:rPr>
              <a:t>Alternative Text</a:t>
            </a:r>
            <a:r>
              <a:rPr lang="en-US" sz="1200">
                <a:solidFill>
                  <a:schemeClr val="dk1"/>
                </a:solidFill>
                <a:latin typeface="Figtree"/>
                <a:ea typeface="Figtree"/>
                <a:cs typeface="Figtree"/>
                <a:sym typeface="Figtree"/>
              </a:rPr>
              <a:t>. Describe your image/figure in 1-2 sentences that will be read aloud by screen readers for those with visual impairments.</a:t>
            </a:r>
            <a:endParaRPr/>
          </a:p>
          <a:p>
            <a:pPr indent="0" lvl="0" marL="0" marR="0" rtl="0" algn="l">
              <a:spcBef>
                <a:spcPts val="1000"/>
              </a:spcBef>
              <a:spcAft>
                <a:spcPts val="0"/>
              </a:spcAft>
              <a:buClr>
                <a:schemeClr val="dk1"/>
              </a:buClr>
              <a:buSzPts val="1200"/>
              <a:buFont typeface="Figtree"/>
              <a:buNone/>
            </a:pPr>
            <a:r>
              <a:rPr lang="en-US" sz="1200">
                <a:solidFill>
                  <a:schemeClr val="dk1"/>
                </a:solidFill>
                <a:latin typeface="Figtree"/>
                <a:ea typeface="Figtree"/>
                <a:cs typeface="Figtree"/>
                <a:sym typeface="Figtree"/>
              </a:rPr>
              <a:t>If the image/figure serves no informative purpose and you want to exclude it, you can simply leave the title and description empty.</a:t>
            </a:r>
            <a:endParaRPr/>
          </a:p>
        </p:txBody>
      </p:sp>
      <p:sp>
        <p:nvSpPr>
          <p:cNvPr id="487" name="Google Shape;487;p47"/>
          <p:cNvSpPr txBox="1"/>
          <p:nvPr/>
        </p:nvSpPr>
        <p:spPr>
          <a:xfrm>
            <a:off x="6276976" y="2616199"/>
            <a:ext cx="531495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600"/>
              <a:buFont typeface="Figtree"/>
              <a:buNone/>
            </a:pPr>
            <a:r>
              <a:rPr b="1" lang="en-US" sz="1600">
                <a:solidFill>
                  <a:schemeClr val="dk2"/>
                </a:solidFill>
                <a:latin typeface="Figtree"/>
                <a:ea typeface="Figtree"/>
                <a:cs typeface="Figtree"/>
                <a:sym typeface="Figtree"/>
              </a:rPr>
              <a:t>Set reading order</a:t>
            </a:r>
            <a:endParaRPr/>
          </a:p>
        </p:txBody>
      </p:sp>
      <p:sp>
        <p:nvSpPr>
          <p:cNvPr id="488" name="Google Shape;488;p47"/>
          <p:cNvSpPr txBox="1"/>
          <p:nvPr/>
        </p:nvSpPr>
        <p:spPr>
          <a:xfrm>
            <a:off x="6276976" y="3031066"/>
            <a:ext cx="5314950" cy="32162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Figtree"/>
                <a:ea typeface="Figtree"/>
                <a:cs typeface="Figtree"/>
                <a:sym typeface="Figtree"/>
              </a:rPr>
              <a:t>The predefined fields in the templates have a set reading order, but if you add additional/custom text boxes, images, SmartArt, or other content, you should check that the reading order is logical. Otherwise, the objects will be read in the order they were added to the page.</a:t>
            </a:r>
            <a:endParaRPr/>
          </a:p>
          <a:p>
            <a:pPr indent="0" lvl="0" marL="0" marR="0" rtl="0" algn="l">
              <a:spcBef>
                <a:spcPts val="600"/>
              </a:spcBef>
              <a:spcAft>
                <a:spcPts val="0"/>
              </a:spcAft>
              <a:buClr>
                <a:schemeClr val="accent1"/>
              </a:buClr>
              <a:buSzPts val="1200"/>
              <a:buFont typeface="Figtree"/>
              <a:buNone/>
            </a:pPr>
            <a:r>
              <a:rPr b="1" lang="en-US" sz="1200">
                <a:solidFill>
                  <a:schemeClr val="accent1"/>
                </a:solidFill>
                <a:latin typeface="Figtree"/>
                <a:ea typeface="Figtree"/>
                <a:cs typeface="Figtree"/>
                <a:sym typeface="Figtree"/>
              </a:rPr>
              <a:t>You can control the reading order by:</a:t>
            </a:r>
            <a:endParaRPr/>
          </a:p>
          <a:p>
            <a:pPr indent="-228600" lvl="0" marL="228600" marR="0" rtl="0" algn="l">
              <a:spcBef>
                <a:spcPts val="600"/>
              </a:spcBef>
              <a:spcAft>
                <a:spcPts val="0"/>
              </a:spcAft>
              <a:buClr>
                <a:schemeClr val="accent1"/>
              </a:buClr>
              <a:buSzPts val="1200"/>
              <a:buFont typeface="Figtree"/>
              <a:buAutoNum type="arabicPeriod"/>
            </a:pPr>
            <a:r>
              <a:rPr lang="en-US" sz="1200">
                <a:solidFill>
                  <a:schemeClr val="dk1"/>
                </a:solidFill>
                <a:latin typeface="Figtree"/>
                <a:ea typeface="Figtree"/>
                <a:cs typeface="Figtree"/>
                <a:sym typeface="Figtree"/>
              </a:rPr>
              <a:t>Selecting an object in the file.</a:t>
            </a:r>
            <a:endParaRPr/>
          </a:p>
          <a:p>
            <a:pPr indent="-228600" lvl="0" marL="228600" marR="0" rtl="0" algn="l">
              <a:spcBef>
                <a:spcPts val="600"/>
              </a:spcBef>
              <a:spcAft>
                <a:spcPts val="0"/>
              </a:spcAft>
              <a:buClr>
                <a:schemeClr val="accent1"/>
              </a:buClr>
              <a:buSzPts val="1200"/>
              <a:buFont typeface="Figtree"/>
              <a:buAutoNum type="arabicPeriod"/>
            </a:pPr>
            <a:r>
              <a:rPr lang="en-US" sz="1200">
                <a:solidFill>
                  <a:schemeClr val="dk1"/>
                </a:solidFill>
                <a:latin typeface="Figtree"/>
                <a:ea typeface="Figtree"/>
                <a:cs typeface="Figtree"/>
                <a:sym typeface="Figtree"/>
              </a:rPr>
              <a:t>Choosing the "Format" tab that appears on the right side of the ribbon.</a:t>
            </a:r>
            <a:endParaRPr/>
          </a:p>
          <a:p>
            <a:pPr indent="-228600" lvl="0" marL="228600" marR="0" rtl="0" algn="l">
              <a:spcBef>
                <a:spcPts val="600"/>
              </a:spcBef>
              <a:spcAft>
                <a:spcPts val="0"/>
              </a:spcAft>
              <a:buClr>
                <a:schemeClr val="accent1"/>
              </a:buClr>
              <a:buSzPts val="1200"/>
              <a:buFont typeface="Figtree"/>
              <a:buAutoNum type="arabicPeriod"/>
            </a:pPr>
            <a:r>
              <a:rPr lang="en-US" sz="1200">
                <a:solidFill>
                  <a:schemeClr val="dk1"/>
                </a:solidFill>
                <a:latin typeface="Figtree"/>
                <a:ea typeface="Figtree"/>
                <a:cs typeface="Figtree"/>
                <a:sym typeface="Figtree"/>
              </a:rPr>
              <a:t>Selecting "Selection Pane" in the "Arrange" group.</a:t>
            </a:r>
            <a:endParaRPr/>
          </a:p>
          <a:p>
            <a:pPr indent="-228600" lvl="0" marL="228600" marR="0" rtl="0" algn="l">
              <a:spcBef>
                <a:spcPts val="600"/>
              </a:spcBef>
              <a:spcAft>
                <a:spcPts val="0"/>
              </a:spcAft>
              <a:buClr>
                <a:schemeClr val="accent1"/>
              </a:buClr>
              <a:buSzPts val="1200"/>
              <a:buFont typeface="Figtree"/>
              <a:buAutoNum type="arabicPeriod"/>
            </a:pPr>
            <a:r>
              <a:rPr lang="en-US" sz="1200">
                <a:solidFill>
                  <a:schemeClr val="dk1"/>
                </a:solidFill>
                <a:latin typeface="Figtree"/>
                <a:ea typeface="Figtree"/>
                <a:cs typeface="Figtree"/>
                <a:sym typeface="Figtree"/>
              </a:rPr>
              <a:t>Selecting one or more objects in the list.</a:t>
            </a:r>
            <a:endParaRPr/>
          </a:p>
          <a:p>
            <a:pPr indent="-228600" lvl="0" marL="228600" marR="0" rtl="0" algn="l">
              <a:spcBef>
                <a:spcPts val="600"/>
              </a:spcBef>
              <a:spcAft>
                <a:spcPts val="0"/>
              </a:spcAft>
              <a:buClr>
                <a:schemeClr val="accent1"/>
              </a:buClr>
              <a:buSzPts val="1200"/>
              <a:buFont typeface="Figtree"/>
              <a:buAutoNum type="arabicPeriod"/>
            </a:pPr>
            <a:r>
              <a:rPr lang="en-US" sz="1200">
                <a:solidFill>
                  <a:schemeClr val="dk1"/>
                </a:solidFill>
                <a:latin typeface="Figtree"/>
                <a:ea typeface="Figtree"/>
                <a:cs typeface="Figtree"/>
                <a:sym typeface="Figtree"/>
              </a:rPr>
              <a:t>Dragging the selection upward or downward, or clicking the "Up" button.</a:t>
            </a:r>
            <a:endParaRPr/>
          </a:p>
          <a:p>
            <a:pPr indent="-228600" lvl="0" marL="228600" marR="0" rtl="0" algn="l">
              <a:spcBef>
                <a:spcPts val="600"/>
              </a:spcBef>
              <a:spcAft>
                <a:spcPts val="0"/>
              </a:spcAft>
              <a:buClr>
                <a:schemeClr val="accent1"/>
              </a:buClr>
              <a:buSzPts val="1200"/>
              <a:buFont typeface="Figtree"/>
              <a:buAutoNum type="arabicPeriod"/>
            </a:pPr>
            <a:r>
              <a:rPr lang="en-US" sz="1200">
                <a:solidFill>
                  <a:schemeClr val="dk1"/>
                </a:solidFill>
                <a:latin typeface="Figtree"/>
                <a:ea typeface="Figtree"/>
                <a:cs typeface="Figtree"/>
                <a:sym typeface="Figtree"/>
              </a:rPr>
              <a:t>Dragging the objects until they have the desired order. This will not affect the layout on the page, only the order in which they are read by screen readers.</a:t>
            </a:r>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cessibility Office 365/2019">
  <p:cSld name="Accessibility Office 365/2019">
    <p:spTree>
      <p:nvGrpSpPr>
        <p:cNvPr id="489" name="Shape 489"/>
        <p:cNvGrpSpPr/>
        <p:nvPr/>
      </p:nvGrpSpPr>
      <p:grpSpPr>
        <a:xfrm>
          <a:off x="0" y="0"/>
          <a:ext cx="0" cy="0"/>
          <a:chOff x="0" y="0"/>
          <a:chExt cx="0" cy="0"/>
        </a:xfrm>
      </p:grpSpPr>
      <p:sp>
        <p:nvSpPr>
          <p:cNvPr id="490" name="Google Shape;490;p48"/>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1" name="Google Shape;491;p48"/>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2" name="Google Shape;492;p48"/>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93" name="Google Shape;493;p48"/>
          <p:cNvSpPr txBox="1"/>
          <p:nvPr/>
        </p:nvSpPr>
        <p:spPr>
          <a:xfrm>
            <a:off x="600076" y="2616199"/>
            <a:ext cx="531495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600"/>
              <a:buFont typeface="Figtree"/>
              <a:buNone/>
            </a:pPr>
            <a:r>
              <a:rPr b="1" lang="en-US" sz="1600">
                <a:solidFill>
                  <a:schemeClr val="dk2"/>
                </a:solidFill>
                <a:latin typeface="Figtree"/>
                <a:ea typeface="Figtree"/>
                <a:cs typeface="Figtree"/>
                <a:sym typeface="Figtree"/>
              </a:rPr>
              <a:t>Add alternative text for images/figures</a:t>
            </a:r>
            <a:endParaRPr/>
          </a:p>
        </p:txBody>
      </p:sp>
      <p:sp>
        <p:nvSpPr>
          <p:cNvPr id="494" name="Google Shape;494;p48"/>
          <p:cNvSpPr txBox="1"/>
          <p:nvPr/>
        </p:nvSpPr>
        <p:spPr>
          <a:xfrm>
            <a:off x="600076" y="3031066"/>
            <a:ext cx="5314950" cy="151323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Figtree"/>
              <a:buNone/>
            </a:pPr>
            <a:r>
              <a:rPr lang="en-US" sz="1200">
                <a:solidFill>
                  <a:schemeClr val="dk1"/>
                </a:solidFill>
                <a:latin typeface="Figtree"/>
                <a:ea typeface="Figtree"/>
                <a:cs typeface="Figtree"/>
                <a:sym typeface="Figtree"/>
              </a:rPr>
              <a:t>Right-click on an image/figure and select the option "Format Picture." A tab will then open on the right side of the window. Choose the </a:t>
            </a:r>
            <a:r>
              <a:rPr i="1" lang="en-US" sz="1200">
                <a:solidFill>
                  <a:schemeClr val="dk1"/>
                </a:solidFill>
                <a:latin typeface="Figtree"/>
                <a:ea typeface="Figtree"/>
                <a:cs typeface="Figtree"/>
                <a:sym typeface="Figtree"/>
              </a:rPr>
              <a:t>Size and Properties</a:t>
            </a:r>
            <a:r>
              <a:rPr lang="en-US" sz="1200">
                <a:solidFill>
                  <a:schemeClr val="dk1"/>
                </a:solidFill>
                <a:latin typeface="Figtree"/>
                <a:ea typeface="Figtree"/>
                <a:cs typeface="Figtree"/>
                <a:sym typeface="Figtree"/>
              </a:rPr>
              <a:t> of the figure, then select </a:t>
            </a:r>
            <a:r>
              <a:rPr i="1" lang="en-US" sz="1200">
                <a:solidFill>
                  <a:schemeClr val="dk1"/>
                </a:solidFill>
                <a:latin typeface="Figtree"/>
                <a:ea typeface="Figtree"/>
                <a:cs typeface="Figtree"/>
                <a:sym typeface="Figtree"/>
              </a:rPr>
              <a:t>Alternative Text</a:t>
            </a:r>
            <a:r>
              <a:rPr lang="en-US" sz="1200">
                <a:solidFill>
                  <a:schemeClr val="dk1"/>
                </a:solidFill>
                <a:latin typeface="Figtree"/>
                <a:ea typeface="Figtree"/>
                <a:cs typeface="Figtree"/>
                <a:sym typeface="Figtree"/>
              </a:rPr>
              <a:t>. Describe your image/figure in 1-2 sentences that will be read aloud by screen readers for those with visual impairments.</a:t>
            </a:r>
            <a:endParaRPr/>
          </a:p>
          <a:p>
            <a:pPr indent="0" lvl="0" marL="0" marR="0" rtl="0" algn="l">
              <a:spcBef>
                <a:spcPts val="1000"/>
              </a:spcBef>
              <a:spcAft>
                <a:spcPts val="0"/>
              </a:spcAft>
              <a:buClr>
                <a:schemeClr val="dk1"/>
              </a:buClr>
              <a:buSzPts val="1200"/>
              <a:buFont typeface="Figtree"/>
              <a:buNone/>
            </a:pPr>
            <a:r>
              <a:rPr lang="en-US" sz="1200">
                <a:solidFill>
                  <a:schemeClr val="dk1"/>
                </a:solidFill>
                <a:latin typeface="Figtree"/>
                <a:ea typeface="Figtree"/>
                <a:cs typeface="Figtree"/>
                <a:sym typeface="Figtree"/>
              </a:rPr>
              <a:t>If the image/figure serves no informative purpose and you want to exclude it, you can simply leave the title and description empty.</a:t>
            </a:r>
            <a:endParaRPr/>
          </a:p>
        </p:txBody>
      </p:sp>
      <p:sp>
        <p:nvSpPr>
          <p:cNvPr id="495" name="Google Shape;495;p48"/>
          <p:cNvSpPr txBox="1"/>
          <p:nvPr/>
        </p:nvSpPr>
        <p:spPr>
          <a:xfrm>
            <a:off x="6276976" y="2616199"/>
            <a:ext cx="531495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1600"/>
              <a:buFont typeface="Figtree"/>
              <a:buNone/>
            </a:pPr>
            <a:r>
              <a:rPr b="1" lang="en-US" sz="1600">
                <a:solidFill>
                  <a:schemeClr val="dk2"/>
                </a:solidFill>
                <a:latin typeface="Figtree"/>
                <a:ea typeface="Figtree"/>
                <a:cs typeface="Figtree"/>
                <a:sym typeface="Figtree"/>
              </a:rPr>
              <a:t>Set reading order</a:t>
            </a:r>
            <a:endParaRPr/>
          </a:p>
        </p:txBody>
      </p:sp>
      <p:sp>
        <p:nvSpPr>
          <p:cNvPr id="496" name="Google Shape;496;p48"/>
          <p:cNvSpPr txBox="1"/>
          <p:nvPr/>
        </p:nvSpPr>
        <p:spPr>
          <a:xfrm>
            <a:off x="6276976" y="3031066"/>
            <a:ext cx="5314950" cy="224676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200"/>
              <a:buFont typeface="Figtree"/>
              <a:buNone/>
            </a:pPr>
            <a:r>
              <a:rPr lang="en-US" sz="1200">
                <a:solidFill>
                  <a:schemeClr val="dk1"/>
                </a:solidFill>
                <a:latin typeface="Figtree"/>
                <a:ea typeface="Figtree"/>
                <a:cs typeface="Figtree"/>
                <a:sym typeface="Figtree"/>
              </a:rPr>
              <a:t>The predefined fields in the templates have a set reading order, but if you add additional/custom text boxes, images, SmartArt, or other content, you should check that the reading order is logical. Otherwise, the objects will be read in the order they were added to the page.</a:t>
            </a:r>
            <a:endParaRPr/>
          </a:p>
          <a:p>
            <a:pPr indent="0" lvl="0" marL="0" marR="0" rtl="0" algn="l">
              <a:spcBef>
                <a:spcPts val="600"/>
              </a:spcBef>
              <a:spcAft>
                <a:spcPts val="0"/>
              </a:spcAft>
              <a:buClr>
                <a:schemeClr val="accent1"/>
              </a:buClr>
              <a:buSzPts val="1200"/>
              <a:buFont typeface="Figtree"/>
              <a:buNone/>
            </a:pPr>
            <a:r>
              <a:rPr b="1" lang="en-US" sz="1200">
                <a:solidFill>
                  <a:schemeClr val="accent1"/>
                </a:solidFill>
                <a:latin typeface="Figtree"/>
                <a:ea typeface="Figtree"/>
                <a:cs typeface="Figtree"/>
                <a:sym typeface="Figtree"/>
              </a:rPr>
              <a:t>You can control the reading order by:</a:t>
            </a:r>
            <a:endParaRPr/>
          </a:p>
          <a:p>
            <a:pPr indent="-228600" lvl="0" marL="228600" marR="0" rtl="0" algn="l">
              <a:spcBef>
                <a:spcPts val="600"/>
              </a:spcBef>
              <a:spcAft>
                <a:spcPts val="0"/>
              </a:spcAft>
              <a:buClr>
                <a:schemeClr val="accent1"/>
              </a:buClr>
              <a:buSzPts val="1200"/>
              <a:buFont typeface="Figtree"/>
              <a:buAutoNum type="arabicPeriod"/>
            </a:pPr>
            <a:r>
              <a:rPr lang="en-US" sz="1200">
                <a:solidFill>
                  <a:schemeClr val="dk1"/>
                </a:solidFill>
                <a:latin typeface="Figtree"/>
                <a:ea typeface="Figtree"/>
                <a:cs typeface="Figtree"/>
                <a:sym typeface="Figtree"/>
              </a:rPr>
              <a:t>On the </a:t>
            </a:r>
            <a:r>
              <a:rPr i="1" lang="en-US" sz="1200">
                <a:solidFill>
                  <a:schemeClr val="dk1"/>
                </a:solidFill>
                <a:latin typeface="Figtree"/>
                <a:ea typeface="Figtree"/>
                <a:cs typeface="Figtree"/>
                <a:sym typeface="Figtree"/>
              </a:rPr>
              <a:t>Home</a:t>
            </a:r>
            <a:r>
              <a:rPr lang="en-US" sz="1200">
                <a:solidFill>
                  <a:schemeClr val="dk1"/>
                </a:solidFill>
                <a:latin typeface="Figtree"/>
                <a:ea typeface="Figtree"/>
                <a:cs typeface="Figtree"/>
                <a:sym typeface="Figtree"/>
              </a:rPr>
              <a:t> tab, select </a:t>
            </a:r>
            <a:r>
              <a:rPr i="1" lang="en-US" sz="1200">
                <a:solidFill>
                  <a:schemeClr val="dk1"/>
                </a:solidFill>
                <a:latin typeface="Figtree"/>
                <a:ea typeface="Figtree"/>
                <a:cs typeface="Figtree"/>
                <a:sym typeface="Figtree"/>
              </a:rPr>
              <a:t>Arrange</a:t>
            </a:r>
            <a:endParaRPr/>
          </a:p>
          <a:p>
            <a:pPr indent="-228600" lvl="0" marL="228600" marR="0" rtl="0" algn="l">
              <a:spcBef>
                <a:spcPts val="600"/>
              </a:spcBef>
              <a:spcAft>
                <a:spcPts val="0"/>
              </a:spcAft>
              <a:buClr>
                <a:schemeClr val="accent1"/>
              </a:buClr>
              <a:buSzPts val="1200"/>
              <a:buFont typeface="Figtree"/>
              <a:buAutoNum type="arabicPeriod"/>
            </a:pPr>
            <a:r>
              <a:rPr lang="en-US" sz="1200">
                <a:solidFill>
                  <a:schemeClr val="dk1"/>
                </a:solidFill>
                <a:latin typeface="Figtree"/>
                <a:ea typeface="Figtree"/>
                <a:cs typeface="Figtree"/>
                <a:sym typeface="Figtree"/>
              </a:rPr>
              <a:t>From the </a:t>
            </a:r>
            <a:r>
              <a:rPr i="1" lang="en-US" sz="1200">
                <a:solidFill>
                  <a:schemeClr val="dk1"/>
                </a:solidFill>
                <a:latin typeface="Figtree"/>
                <a:ea typeface="Figtree"/>
                <a:cs typeface="Figtree"/>
                <a:sym typeface="Figtree"/>
              </a:rPr>
              <a:t>Arrange </a:t>
            </a:r>
            <a:r>
              <a:rPr lang="en-US" sz="1200">
                <a:solidFill>
                  <a:schemeClr val="dk1"/>
                </a:solidFill>
                <a:latin typeface="Figtree"/>
                <a:ea typeface="Figtree"/>
                <a:cs typeface="Figtree"/>
                <a:sym typeface="Figtree"/>
              </a:rPr>
              <a:t>menu, choose "Selection Pane.“</a:t>
            </a:r>
            <a:endParaRPr/>
          </a:p>
          <a:p>
            <a:pPr indent="-228600" lvl="0" marL="228600" marR="0" rtl="0" algn="l">
              <a:spcBef>
                <a:spcPts val="600"/>
              </a:spcBef>
              <a:spcAft>
                <a:spcPts val="0"/>
              </a:spcAft>
              <a:buClr>
                <a:schemeClr val="accent1"/>
              </a:buClr>
              <a:buSzPts val="1200"/>
              <a:buFont typeface="Figtree"/>
              <a:buAutoNum type="arabicPeriod"/>
            </a:pPr>
            <a:r>
              <a:rPr lang="en-US" sz="1200">
                <a:solidFill>
                  <a:schemeClr val="dk1"/>
                </a:solidFill>
                <a:latin typeface="Figtree"/>
                <a:ea typeface="Figtree"/>
                <a:cs typeface="Figtree"/>
                <a:sym typeface="Figtree"/>
              </a:rPr>
              <a:t>A tab will open on the right side of the window. Drag the objects until they have the desired order. This will not affect the layout on the page, only the order in which they are read by screen readers.</a:t>
            </a:r>
            <a:endParaRPr/>
          </a:p>
        </p:txBody>
      </p:sp>
      <p:sp>
        <p:nvSpPr>
          <p:cNvPr id="497" name="Google Shape;497;p48"/>
          <p:cNvSpPr txBox="1"/>
          <p:nvPr/>
        </p:nvSpPr>
        <p:spPr>
          <a:xfrm>
            <a:off x="600076" y="1008476"/>
            <a:ext cx="10991850" cy="110331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4000">
                <a:solidFill>
                  <a:schemeClr val="dk2"/>
                </a:solidFill>
                <a:latin typeface="Figtree"/>
                <a:ea typeface="Figtree"/>
                <a:cs typeface="Figtree"/>
                <a:sym typeface="Figtree"/>
              </a:rPr>
              <a:t>Make your presentation accessible</a:t>
            </a:r>
            <a:endParaRPr/>
          </a:p>
        </p:txBody>
      </p:sp>
      <p:sp>
        <p:nvSpPr>
          <p:cNvPr id="498" name="Google Shape;498;p48"/>
          <p:cNvSpPr txBox="1"/>
          <p:nvPr/>
        </p:nvSpPr>
        <p:spPr>
          <a:xfrm>
            <a:off x="600075" y="1790514"/>
            <a:ext cx="10990263"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1600"/>
              <a:buFont typeface="Figtree"/>
              <a:buNone/>
            </a:pPr>
            <a:r>
              <a:rPr lang="en-US" sz="1600">
                <a:solidFill>
                  <a:schemeClr val="accent1"/>
                </a:solidFill>
                <a:latin typeface="Figtree"/>
                <a:ea typeface="Figtree"/>
                <a:cs typeface="Figtree"/>
                <a:sym typeface="Figtree"/>
              </a:rPr>
              <a:t>The template is set up to be as accessibility-friendly as possible, but there are two things you need to do yourself as you add content. </a:t>
            </a:r>
            <a:r>
              <a:rPr b="1" lang="en-US" sz="1600">
                <a:solidFill>
                  <a:schemeClr val="accent1"/>
                </a:solidFill>
                <a:latin typeface="Figtree"/>
                <a:ea typeface="Figtree"/>
                <a:cs typeface="Figtree"/>
                <a:sym typeface="Figtree"/>
              </a:rPr>
              <a:t>The instructions below are for Office 365 or Office 2019.</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600075" y="1095632"/>
            <a:ext cx="10990263" cy="568412"/>
          </a:xfrm>
          <a:prstGeom prst="rect">
            <a:avLst/>
          </a:prstGeom>
          <a:noFill/>
          <a:ln>
            <a:noFill/>
          </a:ln>
        </p:spPr>
        <p:txBody>
          <a:bodyPr anchorCtr="0" anchor="t" bIns="45700" lIns="91425" spcFirstLastPara="1" rIns="91425" wrap="square" tIns="108000">
            <a:noAutofit/>
          </a:bodyPr>
          <a:lstStyle>
            <a:lvl1pPr lvl="0" marR="0" rtl="0" algn="l">
              <a:lnSpc>
                <a:spcPct val="90000"/>
              </a:lnSpc>
              <a:spcBef>
                <a:spcPts val="0"/>
              </a:spcBef>
              <a:spcAft>
                <a:spcPts val="0"/>
              </a:spcAft>
              <a:buClr>
                <a:schemeClr val="dk2"/>
              </a:buClr>
              <a:buSzPts val="3600"/>
              <a:buFont typeface="Figtree"/>
              <a:buNone/>
              <a:defRPr b="1" i="0" sz="3600" u="none" cap="none" strike="noStrike">
                <a:solidFill>
                  <a:schemeClr val="dk2"/>
                </a:solidFill>
                <a:latin typeface="Figtree"/>
                <a:ea typeface="Figtree"/>
                <a:cs typeface="Figtree"/>
                <a:sym typeface="Figtre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600075" y="1872344"/>
            <a:ext cx="10990263" cy="4453808"/>
          </a:xfrm>
          <a:prstGeom prst="rect">
            <a:avLst/>
          </a:prstGeom>
          <a:noFill/>
          <a:ln>
            <a:noFill/>
          </a:ln>
        </p:spPr>
        <p:txBody>
          <a:bodyPr anchorCtr="0" anchor="t" bIns="45700" lIns="91425" spcFirstLastPara="1" rIns="91425" wrap="square" tIns="45700">
            <a:noAutofit/>
          </a:bodyPr>
          <a:lstStyle>
            <a:lvl1pPr indent="-355600" lvl="0" marL="457200" marR="0" rtl="0" algn="l">
              <a:lnSpc>
                <a:spcPct val="90000"/>
              </a:lnSpc>
              <a:spcBef>
                <a:spcPts val="1000"/>
              </a:spcBef>
              <a:spcAft>
                <a:spcPts val="0"/>
              </a:spcAft>
              <a:buClr>
                <a:schemeClr val="accent1"/>
              </a:buClr>
              <a:buSzPts val="2000"/>
              <a:buFont typeface="Arial"/>
              <a:buChar char="•"/>
              <a:defRPr b="0" i="0" sz="2000" u="none" cap="none" strike="noStrike">
                <a:solidFill>
                  <a:schemeClr val="dk1"/>
                </a:solidFill>
                <a:latin typeface="Figtree"/>
                <a:ea typeface="Figtree"/>
                <a:cs typeface="Figtree"/>
                <a:sym typeface="Figtree"/>
              </a:defRPr>
            </a:lvl1pPr>
            <a:lvl2pPr indent="-342900" lvl="1" marL="914400" marR="0" rtl="0" algn="l">
              <a:lnSpc>
                <a:spcPct val="90000"/>
              </a:lnSpc>
              <a:spcBef>
                <a:spcPts val="500"/>
              </a:spcBef>
              <a:spcAft>
                <a:spcPts val="0"/>
              </a:spcAft>
              <a:buClr>
                <a:schemeClr val="accent1"/>
              </a:buClr>
              <a:buSzPts val="1800"/>
              <a:buFont typeface="Arial"/>
              <a:buChar char="•"/>
              <a:defRPr b="0" i="0" sz="1800" u="none" cap="none" strike="noStrike">
                <a:solidFill>
                  <a:schemeClr val="dk1"/>
                </a:solidFill>
                <a:latin typeface="Figtree"/>
                <a:ea typeface="Figtree"/>
                <a:cs typeface="Figtree"/>
                <a:sym typeface="Figtree"/>
              </a:defRPr>
            </a:lvl2pPr>
            <a:lvl3pPr indent="-330200" lvl="2" marL="1371600" marR="0" rtl="0" algn="l">
              <a:lnSpc>
                <a:spcPct val="90000"/>
              </a:lnSpc>
              <a:spcBef>
                <a:spcPts val="500"/>
              </a:spcBef>
              <a:spcAft>
                <a:spcPts val="0"/>
              </a:spcAft>
              <a:buClr>
                <a:schemeClr val="accent1"/>
              </a:buClr>
              <a:buSzPts val="1600"/>
              <a:buFont typeface="Arial"/>
              <a:buChar char="•"/>
              <a:defRPr b="0" i="0" sz="1600" u="none" cap="none" strike="noStrike">
                <a:solidFill>
                  <a:schemeClr val="dk1"/>
                </a:solidFill>
                <a:latin typeface="Figtree"/>
                <a:ea typeface="Figtree"/>
                <a:cs typeface="Figtree"/>
                <a:sym typeface="Figtree"/>
              </a:defRPr>
            </a:lvl3pPr>
            <a:lvl4pPr indent="-317500" lvl="3" marL="1828800" marR="0" rtl="0" algn="l">
              <a:lnSpc>
                <a:spcPct val="90000"/>
              </a:lnSpc>
              <a:spcBef>
                <a:spcPts val="500"/>
              </a:spcBef>
              <a:spcAft>
                <a:spcPts val="0"/>
              </a:spcAft>
              <a:buClr>
                <a:schemeClr val="accent1"/>
              </a:buClr>
              <a:buSzPts val="1400"/>
              <a:buFont typeface="Arial"/>
              <a:buChar char="•"/>
              <a:defRPr b="0" i="0" sz="1400" u="none" cap="none" strike="noStrike">
                <a:solidFill>
                  <a:schemeClr val="dk1"/>
                </a:solidFill>
                <a:latin typeface="Figtree"/>
                <a:ea typeface="Figtree"/>
                <a:cs typeface="Figtree"/>
                <a:sym typeface="Figtree"/>
              </a:defRPr>
            </a:lvl4pPr>
            <a:lvl5pPr indent="-304800" lvl="4" marL="2286000" marR="0" rtl="0" algn="l">
              <a:lnSpc>
                <a:spcPct val="90000"/>
              </a:lnSpc>
              <a:spcBef>
                <a:spcPts val="500"/>
              </a:spcBef>
              <a:spcAft>
                <a:spcPts val="0"/>
              </a:spcAft>
              <a:buClr>
                <a:schemeClr val="accent1"/>
              </a:buClr>
              <a:buSzPts val="1200"/>
              <a:buFont typeface="Arial"/>
              <a:buChar char="•"/>
              <a:defRPr b="0" i="0" sz="1200" u="none" cap="none" strike="noStrike">
                <a:solidFill>
                  <a:schemeClr val="dk1"/>
                </a:solidFill>
                <a:latin typeface="Figtree"/>
                <a:ea typeface="Figtree"/>
                <a:cs typeface="Figtree"/>
                <a:sym typeface="Figtree"/>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Figtree"/>
                <a:ea typeface="Figtree"/>
                <a:cs typeface="Figtree"/>
                <a:sym typeface="Figtree"/>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Figtree"/>
                <a:ea typeface="Figtree"/>
                <a:cs typeface="Figtree"/>
                <a:sym typeface="Figtree"/>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Figtree"/>
                <a:ea typeface="Figtree"/>
                <a:cs typeface="Figtree"/>
                <a:sym typeface="Figtree"/>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Figtree"/>
                <a:ea typeface="Figtree"/>
                <a:cs typeface="Figtree"/>
                <a:sym typeface="Figtree"/>
              </a:defRPr>
            </a:lvl9pPr>
          </a:lstStyle>
          <a:p/>
        </p:txBody>
      </p:sp>
      <p:sp>
        <p:nvSpPr>
          <p:cNvPr id="12" name="Google Shape;12;p1"/>
          <p:cNvSpPr txBox="1"/>
          <p:nvPr>
            <p:ph idx="10" type="dt"/>
          </p:nvPr>
        </p:nvSpPr>
        <p:spPr>
          <a:xfrm>
            <a:off x="600075" y="6473327"/>
            <a:ext cx="2743200" cy="9477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700" u="none" cap="none" strike="noStrike">
                <a:solidFill>
                  <a:schemeClr val="accent2"/>
                </a:solidFill>
                <a:latin typeface="Figtree"/>
                <a:ea typeface="Figtree"/>
                <a:cs typeface="Figtree"/>
                <a:sym typeface="Figtree"/>
              </a:defRPr>
            </a:lvl1pPr>
            <a:lvl2pPr lvl="1" marR="0" rtl="0" algn="l">
              <a:spcBef>
                <a:spcPts val="0"/>
              </a:spcBef>
              <a:spcAft>
                <a:spcPts val="0"/>
              </a:spcAft>
              <a:buSzPts val="1400"/>
              <a:buNone/>
              <a:defRPr b="0" i="0" sz="1800" u="none" cap="none" strike="noStrike">
                <a:solidFill>
                  <a:schemeClr val="dk1"/>
                </a:solidFill>
                <a:latin typeface="Figtree"/>
                <a:ea typeface="Figtree"/>
                <a:cs typeface="Figtree"/>
                <a:sym typeface="Figtree"/>
              </a:defRPr>
            </a:lvl2pPr>
            <a:lvl3pPr lvl="2" marR="0" rtl="0" algn="l">
              <a:spcBef>
                <a:spcPts val="0"/>
              </a:spcBef>
              <a:spcAft>
                <a:spcPts val="0"/>
              </a:spcAft>
              <a:buSzPts val="1400"/>
              <a:buNone/>
              <a:defRPr b="0" i="0" sz="1800" u="none" cap="none" strike="noStrike">
                <a:solidFill>
                  <a:schemeClr val="dk1"/>
                </a:solidFill>
                <a:latin typeface="Figtree"/>
                <a:ea typeface="Figtree"/>
                <a:cs typeface="Figtree"/>
                <a:sym typeface="Figtree"/>
              </a:defRPr>
            </a:lvl3pPr>
            <a:lvl4pPr lvl="3" marR="0" rtl="0" algn="l">
              <a:spcBef>
                <a:spcPts val="0"/>
              </a:spcBef>
              <a:spcAft>
                <a:spcPts val="0"/>
              </a:spcAft>
              <a:buSzPts val="1400"/>
              <a:buNone/>
              <a:defRPr b="0" i="0" sz="1800" u="none" cap="none" strike="noStrike">
                <a:solidFill>
                  <a:schemeClr val="dk1"/>
                </a:solidFill>
                <a:latin typeface="Figtree"/>
                <a:ea typeface="Figtree"/>
                <a:cs typeface="Figtree"/>
                <a:sym typeface="Figtree"/>
              </a:defRPr>
            </a:lvl4pPr>
            <a:lvl5pPr lvl="4" marR="0" rtl="0" algn="l">
              <a:spcBef>
                <a:spcPts val="0"/>
              </a:spcBef>
              <a:spcAft>
                <a:spcPts val="0"/>
              </a:spcAft>
              <a:buSzPts val="1400"/>
              <a:buNone/>
              <a:defRPr b="0" i="0" sz="1800" u="none" cap="none" strike="noStrike">
                <a:solidFill>
                  <a:schemeClr val="dk1"/>
                </a:solidFill>
                <a:latin typeface="Figtree"/>
                <a:ea typeface="Figtree"/>
                <a:cs typeface="Figtree"/>
                <a:sym typeface="Figtree"/>
              </a:defRPr>
            </a:lvl5pPr>
            <a:lvl6pPr lvl="5" marR="0" rtl="0" algn="l">
              <a:spcBef>
                <a:spcPts val="0"/>
              </a:spcBef>
              <a:spcAft>
                <a:spcPts val="0"/>
              </a:spcAft>
              <a:buSzPts val="1400"/>
              <a:buNone/>
              <a:defRPr b="0" i="0" sz="1800" u="none" cap="none" strike="noStrike">
                <a:solidFill>
                  <a:schemeClr val="dk1"/>
                </a:solidFill>
                <a:latin typeface="Figtree"/>
                <a:ea typeface="Figtree"/>
                <a:cs typeface="Figtree"/>
                <a:sym typeface="Figtree"/>
              </a:defRPr>
            </a:lvl6pPr>
            <a:lvl7pPr lvl="6" marR="0" rtl="0" algn="l">
              <a:spcBef>
                <a:spcPts val="0"/>
              </a:spcBef>
              <a:spcAft>
                <a:spcPts val="0"/>
              </a:spcAft>
              <a:buSzPts val="1400"/>
              <a:buNone/>
              <a:defRPr b="0" i="0" sz="1800" u="none" cap="none" strike="noStrike">
                <a:solidFill>
                  <a:schemeClr val="dk1"/>
                </a:solidFill>
                <a:latin typeface="Figtree"/>
                <a:ea typeface="Figtree"/>
                <a:cs typeface="Figtree"/>
                <a:sym typeface="Figtree"/>
              </a:defRPr>
            </a:lvl7pPr>
            <a:lvl8pPr lvl="7" marR="0" rtl="0" algn="l">
              <a:spcBef>
                <a:spcPts val="0"/>
              </a:spcBef>
              <a:spcAft>
                <a:spcPts val="0"/>
              </a:spcAft>
              <a:buSzPts val="1400"/>
              <a:buNone/>
              <a:defRPr b="0" i="0" sz="1800" u="none" cap="none" strike="noStrike">
                <a:solidFill>
                  <a:schemeClr val="dk1"/>
                </a:solidFill>
                <a:latin typeface="Figtree"/>
                <a:ea typeface="Figtree"/>
                <a:cs typeface="Figtree"/>
                <a:sym typeface="Figtree"/>
              </a:defRPr>
            </a:lvl8pPr>
            <a:lvl9pPr lvl="8" marR="0" rtl="0" algn="l">
              <a:spcBef>
                <a:spcPts val="0"/>
              </a:spcBef>
              <a:spcAft>
                <a:spcPts val="0"/>
              </a:spcAft>
              <a:buSzPts val="1400"/>
              <a:buNone/>
              <a:defRPr b="0" i="0" sz="1800" u="none" cap="none" strike="noStrike">
                <a:solidFill>
                  <a:schemeClr val="dk1"/>
                </a:solidFill>
                <a:latin typeface="Figtree"/>
                <a:ea typeface="Figtree"/>
                <a:cs typeface="Figtree"/>
                <a:sym typeface="Figtree"/>
              </a:defRPr>
            </a:lvl9pPr>
          </a:lstStyle>
          <a:p/>
        </p:txBody>
      </p:sp>
      <p:sp>
        <p:nvSpPr>
          <p:cNvPr id="13" name="Google Shape;13;p1"/>
          <p:cNvSpPr txBox="1"/>
          <p:nvPr>
            <p:ph idx="11" type="ftr"/>
          </p:nvPr>
        </p:nvSpPr>
        <p:spPr>
          <a:xfrm>
            <a:off x="4037805" y="6470364"/>
            <a:ext cx="4114800" cy="97738"/>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700" u="none" cap="none" strike="noStrike">
                <a:solidFill>
                  <a:schemeClr val="accent2"/>
                </a:solidFill>
                <a:latin typeface="Figtree"/>
                <a:ea typeface="Figtree"/>
                <a:cs typeface="Figtree"/>
                <a:sym typeface="Figtree"/>
              </a:defRPr>
            </a:lvl1pPr>
            <a:lvl2pPr lvl="1" marR="0" rtl="0" algn="l">
              <a:spcBef>
                <a:spcPts val="0"/>
              </a:spcBef>
              <a:spcAft>
                <a:spcPts val="0"/>
              </a:spcAft>
              <a:buSzPts val="1400"/>
              <a:buNone/>
              <a:defRPr b="0" i="0" sz="1800" u="none" cap="none" strike="noStrike">
                <a:solidFill>
                  <a:schemeClr val="dk1"/>
                </a:solidFill>
                <a:latin typeface="Figtree"/>
                <a:ea typeface="Figtree"/>
                <a:cs typeface="Figtree"/>
                <a:sym typeface="Figtree"/>
              </a:defRPr>
            </a:lvl2pPr>
            <a:lvl3pPr lvl="2" marR="0" rtl="0" algn="l">
              <a:spcBef>
                <a:spcPts val="0"/>
              </a:spcBef>
              <a:spcAft>
                <a:spcPts val="0"/>
              </a:spcAft>
              <a:buSzPts val="1400"/>
              <a:buNone/>
              <a:defRPr b="0" i="0" sz="1800" u="none" cap="none" strike="noStrike">
                <a:solidFill>
                  <a:schemeClr val="dk1"/>
                </a:solidFill>
                <a:latin typeface="Figtree"/>
                <a:ea typeface="Figtree"/>
                <a:cs typeface="Figtree"/>
                <a:sym typeface="Figtree"/>
              </a:defRPr>
            </a:lvl3pPr>
            <a:lvl4pPr lvl="3" marR="0" rtl="0" algn="l">
              <a:spcBef>
                <a:spcPts val="0"/>
              </a:spcBef>
              <a:spcAft>
                <a:spcPts val="0"/>
              </a:spcAft>
              <a:buSzPts val="1400"/>
              <a:buNone/>
              <a:defRPr b="0" i="0" sz="1800" u="none" cap="none" strike="noStrike">
                <a:solidFill>
                  <a:schemeClr val="dk1"/>
                </a:solidFill>
                <a:latin typeface="Figtree"/>
                <a:ea typeface="Figtree"/>
                <a:cs typeface="Figtree"/>
                <a:sym typeface="Figtree"/>
              </a:defRPr>
            </a:lvl4pPr>
            <a:lvl5pPr lvl="4" marR="0" rtl="0" algn="l">
              <a:spcBef>
                <a:spcPts val="0"/>
              </a:spcBef>
              <a:spcAft>
                <a:spcPts val="0"/>
              </a:spcAft>
              <a:buSzPts val="1400"/>
              <a:buNone/>
              <a:defRPr b="0" i="0" sz="1800" u="none" cap="none" strike="noStrike">
                <a:solidFill>
                  <a:schemeClr val="dk1"/>
                </a:solidFill>
                <a:latin typeface="Figtree"/>
                <a:ea typeface="Figtree"/>
                <a:cs typeface="Figtree"/>
                <a:sym typeface="Figtree"/>
              </a:defRPr>
            </a:lvl5pPr>
            <a:lvl6pPr lvl="5" marR="0" rtl="0" algn="l">
              <a:spcBef>
                <a:spcPts val="0"/>
              </a:spcBef>
              <a:spcAft>
                <a:spcPts val="0"/>
              </a:spcAft>
              <a:buSzPts val="1400"/>
              <a:buNone/>
              <a:defRPr b="0" i="0" sz="1800" u="none" cap="none" strike="noStrike">
                <a:solidFill>
                  <a:schemeClr val="dk1"/>
                </a:solidFill>
                <a:latin typeface="Figtree"/>
                <a:ea typeface="Figtree"/>
                <a:cs typeface="Figtree"/>
                <a:sym typeface="Figtree"/>
              </a:defRPr>
            </a:lvl6pPr>
            <a:lvl7pPr lvl="6" marR="0" rtl="0" algn="l">
              <a:spcBef>
                <a:spcPts val="0"/>
              </a:spcBef>
              <a:spcAft>
                <a:spcPts val="0"/>
              </a:spcAft>
              <a:buSzPts val="1400"/>
              <a:buNone/>
              <a:defRPr b="0" i="0" sz="1800" u="none" cap="none" strike="noStrike">
                <a:solidFill>
                  <a:schemeClr val="dk1"/>
                </a:solidFill>
                <a:latin typeface="Figtree"/>
                <a:ea typeface="Figtree"/>
                <a:cs typeface="Figtree"/>
                <a:sym typeface="Figtree"/>
              </a:defRPr>
            </a:lvl7pPr>
            <a:lvl8pPr lvl="7" marR="0" rtl="0" algn="l">
              <a:spcBef>
                <a:spcPts val="0"/>
              </a:spcBef>
              <a:spcAft>
                <a:spcPts val="0"/>
              </a:spcAft>
              <a:buSzPts val="1400"/>
              <a:buNone/>
              <a:defRPr b="0" i="0" sz="1800" u="none" cap="none" strike="noStrike">
                <a:solidFill>
                  <a:schemeClr val="dk1"/>
                </a:solidFill>
                <a:latin typeface="Figtree"/>
                <a:ea typeface="Figtree"/>
                <a:cs typeface="Figtree"/>
                <a:sym typeface="Figtree"/>
              </a:defRPr>
            </a:lvl8pPr>
            <a:lvl9pPr lvl="8" marR="0" rtl="0" algn="l">
              <a:spcBef>
                <a:spcPts val="0"/>
              </a:spcBef>
              <a:spcAft>
                <a:spcPts val="0"/>
              </a:spcAft>
              <a:buSzPts val="1400"/>
              <a:buNone/>
              <a:defRPr b="0" i="0" sz="1800" u="none" cap="none" strike="noStrike">
                <a:solidFill>
                  <a:schemeClr val="dk1"/>
                </a:solidFill>
                <a:latin typeface="Figtree"/>
                <a:ea typeface="Figtree"/>
                <a:cs typeface="Figtree"/>
                <a:sym typeface="Figtree"/>
              </a:defRPr>
            </a:lvl9pPr>
          </a:lstStyle>
          <a:p/>
        </p:txBody>
      </p:sp>
      <p:sp>
        <p:nvSpPr>
          <p:cNvPr id="14" name="Google Shape;14;p1"/>
          <p:cNvSpPr txBox="1"/>
          <p:nvPr>
            <p:ph idx="12" type="sldNum"/>
          </p:nvPr>
        </p:nvSpPr>
        <p:spPr>
          <a:xfrm>
            <a:off x="8848725" y="6473328"/>
            <a:ext cx="2743200" cy="9477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700" u="none" cap="none" strike="noStrike">
                <a:solidFill>
                  <a:schemeClr val="accent2"/>
                </a:solidFill>
                <a:latin typeface="Figtree"/>
                <a:ea typeface="Figtree"/>
                <a:cs typeface="Figtree"/>
                <a:sym typeface="Figtree"/>
              </a:defRPr>
            </a:lvl1pPr>
            <a:lvl2pPr indent="0" lvl="1" marL="0" marR="0" rtl="0" algn="r">
              <a:spcBef>
                <a:spcPts val="0"/>
              </a:spcBef>
              <a:buNone/>
              <a:defRPr b="0" i="0" sz="700" u="none" cap="none" strike="noStrike">
                <a:solidFill>
                  <a:schemeClr val="accent2"/>
                </a:solidFill>
                <a:latin typeface="Figtree"/>
                <a:ea typeface="Figtree"/>
                <a:cs typeface="Figtree"/>
                <a:sym typeface="Figtree"/>
              </a:defRPr>
            </a:lvl2pPr>
            <a:lvl3pPr indent="0" lvl="2" marL="0" marR="0" rtl="0" algn="r">
              <a:spcBef>
                <a:spcPts val="0"/>
              </a:spcBef>
              <a:buNone/>
              <a:defRPr b="0" i="0" sz="700" u="none" cap="none" strike="noStrike">
                <a:solidFill>
                  <a:schemeClr val="accent2"/>
                </a:solidFill>
                <a:latin typeface="Figtree"/>
                <a:ea typeface="Figtree"/>
                <a:cs typeface="Figtree"/>
                <a:sym typeface="Figtree"/>
              </a:defRPr>
            </a:lvl3pPr>
            <a:lvl4pPr indent="0" lvl="3" marL="0" marR="0" rtl="0" algn="r">
              <a:spcBef>
                <a:spcPts val="0"/>
              </a:spcBef>
              <a:buNone/>
              <a:defRPr b="0" i="0" sz="700" u="none" cap="none" strike="noStrike">
                <a:solidFill>
                  <a:schemeClr val="accent2"/>
                </a:solidFill>
                <a:latin typeface="Figtree"/>
                <a:ea typeface="Figtree"/>
                <a:cs typeface="Figtree"/>
                <a:sym typeface="Figtree"/>
              </a:defRPr>
            </a:lvl4pPr>
            <a:lvl5pPr indent="0" lvl="4" marL="0" marR="0" rtl="0" algn="r">
              <a:spcBef>
                <a:spcPts val="0"/>
              </a:spcBef>
              <a:buNone/>
              <a:defRPr b="0" i="0" sz="700" u="none" cap="none" strike="noStrike">
                <a:solidFill>
                  <a:schemeClr val="accent2"/>
                </a:solidFill>
                <a:latin typeface="Figtree"/>
                <a:ea typeface="Figtree"/>
                <a:cs typeface="Figtree"/>
                <a:sym typeface="Figtree"/>
              </a:defRPr>
            </a:lvl5pPr>
            <a:lvl6pPr indent="0" lvl="5" marL="0" marR="0" rtl="0" algn="r">
              <a:spcBef>
                <a:spcPts val="0"/>
              </a:spcBef>
              <a:buNone/>
              <a:defRPr b="0" i="0" sz="700" u="none" cap="none" strike="noStrike">
                <a:solidFill>
                  <a:schemeClr val="accent2"/>
                </a:solidFill>
                <a:latin typeface="Figtree"/>
                <a:ea typeface="Figtree"/>
                <a:cs typeface="Figtree"/>
                <a:sym typeface="Figtree"/>
              </a:defRPr>
            </a:lvl6pPr>
            <a:lvl7pPr indent="0" lvl="6" marL="0" marR="0" rtl="0" algn="r">
              <a:spcBef>
                <a:spcPts val="0"/>
              </a:spcBef>
              <a:buNone/>
              <a:defRPr b="0" i="0" sz="700" u="none" cap="none" strike="noStrike">
                <a:solidFill>
                  <a:schemeClr val="accent2"/>
                </a:solidFill>
                <a:latin typeface="Figtree"/>
                <a:ea typeface="Figtree"/>
                <a:cs typeface="Figtree"/>
                <a:sym typeface="Figtree"/>
              </a:defRPr>
            </a:lvl7pPr>
            <a:lvl8pPr indent="0" lvl="7" marL="0" marR="0" rtl="0" algn="r">
              <a:spcBef>
                <a:spcPts val="0"/>
              </a:spcBef>
              <a:buNone/>
              <a:defRPr b="0" i="0" sz="700" u="none" cap="none" strike="noStrike">
                <a:solidFill>
                  <a:schemeClr val="accent2"/>
                </a:solidFill>
                <a:latin typeface="Figtree"/>
                <a:ea typeface="Figtree"/>
                <a:cs typeface="Figtree"/>
                <a:sym typeface="Figtree"/>
              </a:defRPr>
            </a:lvl8pPr>
            <a:lvl9pPr indent="0" lvl="8" marL="0" marR="0" rtl="0" algn="r">
              <a:spcBef>
                <a:spcPts val="0"/>
              </a:spcBef>
              <a:buNone/>
              <a:defRPr b="0" i="0" sz="700" u="none" cap="none" strike="noStrike">
                <a:solidFill>
                  <a:schemeClr val="accent2"/>
                </a:solidFill>
                <a:latin typeface="Figtree"/>
                <a:ea typeface="Figtree"/>
                <a:cs typeface="Figtree"/>
                <a:sym typeface="Figtree"/>
              </a:defRPr>
            </a:lvl9pPr>
          </a:lstStyle>
          <a:p>
            <a:pPr indent="0" lvl="0" marL="0" rtl="0" algn="r">
              <a:spcBef>
                <a:spcPts val="0"/>
              </a:spcBef>
              <a:spcAft>
                <a:spcPts val="0"/>
              </a:spcAft>
              <a:buNone/>
            </a:pPr>
            <a:fld id="{00000000-1234-1234-1234-123412341234}" type="slidenum">
              <a:rPr lang="en-US"/>
              <a:t>‹#›</a:t>
            </a:fld>
            <a:endParaRPr/>
          </a:p>
        </p:txBody>
      </p:sp>
      <p:pic>
        <p:nvPicPr>
          <p:cNvPr id="15" name="Google Shape;15;p1"/>
          <p:cNvPicPr preferRelativeResize="0"/>
          <p:nvPr/>
        </p:nvPicPr>
        <p:blipFill rotWithShape="1">
          <a:blip r:embed="rId1">
            <a:alphaModFix/>
          </a:blip>
          <a:srcRect b="0" l="0" r="0" t="0"/>
          <a:stretch/>
        </p:blipFill>
        <p:spPr>
          <a:xfrm>
            <a:off x="193566" y="164552"/>
            <a:ext cx="714243" cy="79927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15:clr>
            <a:srgbClr val="F26B43"/>
          </p15:clr>
        </p15:guide>
        <p15:guide id="2" pos="7680">
          <p15:clr>
            <a:srgbClr val="F26B43"/>
          </p15:clr>
        </p15:guide>
        <p15:guide id="3" pos="378">
          <p15:clr>
            <a:srgbClr val="F26B43"/>
          </p15:clr>
        </p15:guide>
        <p15:guide id="4" pos="1343">
          <p15:clr>
            <a:srgbClr val="F26B43"/>
          </p15:clr>
        </p15:guide>
        <p15:guide id="5" pos="1570">
          <p15:clr>
            <a:srgbClr val="F26B43"/>
          </p15:clr>
        </p15:guide>
        <p15:guide id="6" pos="2535">
          <p15:clr>
            <a:srgbClr val="F26B43"/>
          </p15:clr>
        </p15:guide>
        <p15:guide id="7" pos="2761">
          <p15:clr>
            <a:srgbClr val="F26B43"/>
          </p15:clr>
        </p15:guide>
        <p15:guide id="8" pos="3726">
          <p15:clr>
            <a:srgbClr val="F26B43"/>
          </p15:clr>
        </p15:guide>
        <p15:guide id="9" pos="3953">
          <p15:clr>
            <a:srgbClr val="F26B43"/>
          </p15:clr>
        </p15:guide>
        <p15:guide id="10" pos="4918">
          <p15:clr>
            <a:srgbClr val="F26B43"/>
          </p15:clr>
        </p15:guide>
        <p15:guide id="11" pos="5144">
          <p15:clr>
            <a:srgbClr val="F26B43"/>
          </p15:clr>
        </p15:guide>
        <p15:guide id="12" pos="6109">
          <p15:clr>
            <a:srgbClr val="F26B43"/>
          </p15:clr>
        </p15:guide>
        <p15:guide id="13" pos="6336">
          <p15:clr>
            <a:srgbClr val="F26B43"/>
          </p15:clr>
        </p15:guide>
        <p15:guide id="14" pos="7301">
          <p15:clr>
            <a:srgbClr val="F26B43"/>
          </p15:clr>
        </p15:guide>
        <p15:guide id="15" orient="horz">
          <p15:clr>
            <a:srgbClr val="F26B43"/>
          </p15:clr>
        </p15:guide>
        <p15:guide id="16" orient="horz" pos="4320">
          <p15:clr>
            <a:srgbClr val="F26B43"/>
          </p15:clr>
        </p15:guide>
        <p15:guide id="17" orient="horz" pos="514">
          <p15:clr>
            <a:srgbClr val="F26B43"/>
          </p15:clr>
        </p15:guide>
        <p15:guide id="18" orient="horz" pos="861">
          <p15:clr>
            <a:srgbClr val="F26B43"/>
          </p15:clr>
        </p15:guide>
        <p15:guide id="19" orient="horz" pos="1209">
          <p15:clr>
            <a:srgbClr val="F26B43"/>
          </p15:clr>
        </p15:guide>
        <p15:guide id="20" orient="horz" pos="1570">
          <p15:clr>
            <a:srgbClr val="F26B43"/>
          </p15:clr>
        </p15:guide>
        <p15:guide id="21" orient="horz" pos="1903">
          <p15:clr>
            <a:srgbClr val="F26B43"/>
          </p15:clr>
        </p15:guide>
        <p15:guide id="22" orient="horz" pos="2250">
          <p15:clr>
            <a:srgbClr val="F26B43"/>
          </p15:clr>
        </p15:guide>
        <p15:guide id="23" orient="horz" pos="2597">
          <p15:clr>
            <a:srgbClr val="F26B43"/>
          </p15:clr>
        </p15:guide>
        <p15:guide id="24" orient="horz" pos="2945">
          <p15:clr>
            <a:srgbClr val="F26B43"/>
          </p15:clr>
        </p15:guide>
        <p15:guide id="25" orient="horz" pos="3292">
          <p15:clr>
            <a:srgbClr val="F26B43"/>
          </p15:clr>
        </p15:guide>
        <p15:guide id="26" orient="horz" pos="3639">
          <p15:clr>
            <a:srgbClr val="F26B43"/>
          </p15:clr>
        </p15:guide>
        <p15:guide id="27" orient="horz" pos="398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3.png"/><Relationship Id="rId4" Type="http://schemas.openxmlformats.org/officeDocument/2006/relationships/image" Target="../media/image31.png"/><Relationship Id="rId9" Type="http://schemas.openxmlformats.org/officeDocument/2006/relationships/image" Target="../media/image29.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28.png"/><Relationship Id="rId8" Type="http://schemas.openxmlformats.org/officeDocument/2006/relationships/image" Target="../media/image26.png"/><Relationship Id="rId10" Type="http://schemas.openxmlformats.org/officeDocument/2006/relationships/image" Target="../media/image3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drive.google.com/file/d/1ey0kwdaXCBoMB-gySSy2YpNx9PgQCIfp/view" TargetMode="External"/><Relationship Id="rId4" Type="http://schemas.openxmlformats.org/officeDocument/2006/relationships/image" Target="../media/image21.png"/><Relationship Id="rId5" Type="http://schemas.openxmlformats.org/officeDocument/2006/relationships/hyperlink" Target="http://drive.google.com/file/d/1rHkkx5KJWA6n8ysfK7qQQ3oxe26mLk0d/view" TargetMode="External"/><Relationship Id="rId6" Type="http://schemas.openxmlformats.org/officeDocument/2006/relationships/image" Target="../media/image2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drive.google.com/file/d/19VtFYiUyyFzLhDeWBxB2d_VZeznz1xsT/view" TargetMode="External"/><Relationship Id="rId4" Type="http://schemas.openxmlformats.org/officeDocument/2006/relationships/image" Target="../media/image22.jpg"/><Relationship Id="rId5" Type="http://schemas.openxmlformats.org/officeDocument/2006/relationships/hyperlink" Target="http://drive.google.com/file/d/1wwY-G6zctemOhxZuW74w_3os33nw017K/view" TargetMode="External"/><Relationship Id="rId6"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0.png"/><Relationship Id="rId4" Type="http://schemas.openxmlformats.org/officeDocument/2006/relationships/image" Target="../media/image25.png"/><Relationship Id="rId5" Type="http://schemas.openxmlformats.org/officeDocument/2006/relationships/image" Target="../media/image3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49"/>
          <p:cNvSpPr txBox="1"/>
          <p:nvPr>
            <p:ph type="ctrTitle"/>
          </p:nvPr>
        </p:nvSpPr>
        <p:spPr>
          <a:xfrm>
            <a:off x="600075" y="3292100"/>
            <a:ext cx="10990200" cy="1755000"/>
          </a:xfrm>
          <a:prstGeom prst="rect">
            <a:avLst/>
          </a:prstGeom>
          <a:noFill/>
          <a:ln>
            <a:noFill/>
          </a:ln>
        </p:spPr>
        <p:txBody>
          <a:bodyPr anchorCtr="0" anchor="ctr" bIns="45700" lIns="91425" spcFirstLastPara="1" rIns="91425" wrap="square" tIns="108000">
            <a:noAutofit/>
          </a:bodyPr>
          <a:lstStyle/>
          <a:p>
            <a:pPr indent="0" lvl="0" marL="0" rtl="0" algn="ctr">
              <a:lnSpc>
                <a:spcPct val="90000"/>
              </a:lnSpc>
              <a:spcBef>
                <a:spcPts val="0"/>
              </a:spcBef>
              <a:spcAft>
                <a:spcPts val="0"/>
              </a:spcAft>
              <a:buClr>
                <a:schemeClr val="lt1"/>
              </a:buClr>
              <a:buSzPts val="4800"/>
              <a:buFont typeface="Figtree"/>
              <a:buNone/>
            </a:pPr>
            <a:r>
              <a:rPr lang="en-US" sz="4400">
                <a:solidFill>
                  <a:srgbClr val="FFFFFF"/>
                </a:solidFill>
                <a:latin typeface="Arial"/>
                <a:ea typeface="Arial"/>
                <a:cs typeface="Arial"/>
                <a:sym typeface="Arial"/>
              </a:rPr>
              <a:t>Group 6</a:t>
            </a:r>
            <a:endParaRPr sz="4400">
              <a:solidFill>
                <a:srgbClr val="FFFFFF"/>
              </a:solidFill>
              <a:latin typeface="Arial"/>
              <a:ea typeface="Arial"/>
              <a:cs typeface="Arial"/>
              <a:sym typeface="Arial"/>
            </a:endParaRPr>
          </a:p>
          <a:p>
            <a:pPr indent="0" lvl="0" marL="0" rtl="0" algn="ctr">
              <a:lnSpc>
                <a:spcPct val="90000"/>
              </a:lnSpc>
              <a:spcBef>
                <a:spcPts val="1000"/>
              </a:spcBef>
              <a:spcAft>
                <a:spcPts val="0"/>
              </a:spcAft>
              <a:buClr>
                <a:schemeClr val="lt1"/>
              </a:buClr>
              <a:buSzPts val="4800"/>
              <a:buFont typeface="Figtree"/>
              <a:buNone/>
            </a:pPr>
            <a:r>
              <a:rPr b="0" lang="en-US" sz="2600">
                <a:solidFill>
                  <a:srgbClr val="FFFFFF"/>
                </a:solidFill>
                <a:latin typeface="Arial"/>
                <a:ea typeface="Arial"/>
                <a:cs typeface="Arial"/>
                <a:sym typeface="Arial"/>
              </a:rPr>
              <a:t>Power Cable V2</a:t>
            </a:r>
            <a:endParaRPr b="0" sz="2600">
              <a:latin typeface="Arial"/>
              <a:ea typeface="Arial"/>
              <a:cs typeface="Arial"/>
              <a:sym typeface="Arial"/>
            </a:endParaRPr>
          </a:p>
        </p:txBody>
      </p:sp>
      <p:sp>
        <p:nvSpPr>
          <p:cNvPr id="504" name="Google Shape;504;p49"/>
          <p:cNvSpPr txBox="1"/>
          <p:nvPr>
            <p:ph idx="1" type="subTitle"/>
          </p:nvPr>
        </p:nvSpPr>
        <p:spPr>
          <a:xfrm>
            <a:off x="2132025" y="5905850"/>
            <a:ext cx="7926300" cy="421800"/>
          </a:xfrm>
          <a:prstGeom prst="rect">
            <a:avLst/>
          </a:prstGeom>
          <a:noFill/>
          <a:ln>
            <a:noFill/>
          </a:ln>
        </p:spPr>
        <p:txBody>
          <a:bodyPr anchorCtr="0" anchor="t" bIns="45700" lIns="91425" spcFirstLastPara="1" rIns="91425" wrap="square" tIns="45700">
            <a:normAutofit fontScale="77500" lnSpcReduction="20000"/>
          </a:bodyPr>
          <a:lstStyle/>
          <a:p>
            <a:pPr indent="0" lvl="0" marL="0" rtl="0" algn="ctr">
              <a:spcBef>
                <a:spcPts val="1000"/>
              </a:spcBef>
              <a:spcAft>
                <a:spcPts val="0"/>
              </a:spcAft>
              <a:buClr>
                <a:schemeClr val="dk1"/>
              </a:buClr>
              <a:buSzPct val="64706"/>
              <a:buFont typeface="Arial"/>
              <a:buNone/>
            </a:pPr>
            <a:r>
              <a:rPr lang="en-US" sz="1700">
                <a:solidFill>
                  <a:srgbClr val="6198D2"/>
                </a:solidFill>
                <a:latin typeface="Arial"/>
                <a:ea typeface="Arial"/>
                <a:cs typeface="Arial"/>
                <a:sym typeface="Arial"/>
              </a:rPr>
              <a:t>Santiago Remis | Shaun Varghese | Yunus Emre Sahin | Eusebio Rodriguez</a:t>
            </a:r>
            <a:endParaRPr sz="1700">
              <a:solidFill>
                <a:srgbClr val="6198D2"/>
              </a:solidFill>
              <a:latin typeface="Arial"/>
              <a:ea typeface="Arial"/>
              <a:cs typeface="Arial"/>
              <a:sym typeface="Arial"/>
            </a:endParaRPr>
          </a:p>
          <a:p>
            <a:pPr indent="0" lvl="0" marL="0" rtl="0" algn="ctr">
              <a:lnSpc>
                <a:spcPct val="90000"/>
              </a:lnSpc>
              <a:spcBef>
                <a:spcPts val="0"/>
              </a:spcBef>
              <a:spcAft>
                <a:spcPts val="0"/>
              </a:spcAft>
              <a:buSzPct val="100000"/>
              <a:buNone/>
            </a:pPr>
            <a:r>
              <a:t/>
            </a:r>
            <a:endParaRPr/>
          </a:p>
        </p:txBody>
      </p:sp>
      <p:sp>
        <p:nvSpPr>
          <p:cNvPr id="505" name="Google Shape;505;p49"/>
          <p:cNvSpPr txBox="1"/>
          <p:nvPr/>
        </p:nvSpPr>
        <p:spPr>
          <a:xfrm>
            <a:off x="4975425" y="5171600"/>
            <a:ext cx="2239500" cy="5226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i="1" lang="en-US">
                <a:solidFill>
                  <a:schemeClr val="lt1"/>
                </a:solidFill>
              </a:rPr>
              <a:t>Final Presentation</a:t>
            </a:r>
            <a:endParaRPr i="1">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50"/>
          <p:cNvSpPr txBox="1"/>
          <p:nvPr>
            <p:ph type="title"/>
          </p:nvPr>
        </p:nvSpPr>
        <p:spPr>
          <a:xfrm>
            <a:off x="600075" y="1095632"/>
            <a:ext cx="10990200" cy="568500"/>
          </a:xfrm>
          <a:prstGeom prst="rect">
            <a:avLst/>
          </a:prstGeom>
          <a:noFill/>
          <a:ln>
            <a:noFill/>
          </a:ln>
        </p:spPr>
        <p:txBody>
          <a:bodyPr anchorCtr="0" anchor="t" bIns="45700" lIns="91425" spcFirstLastPara="1" rIns="91425" wrap="square" tIns="108000">
            <a:noAutofit/>
          </a:bodyPr>
          <a:lstStyle/>
          <a:p>
            <a:pPr indent="0" lvl="0" marL="0" rtl="0" algn="l">
              <a:lnSpc>
                <a:spcPct val="90000"/>
              </a:lnSpc>
              <a:spcBef>
                <a:spcPts val="0"/>
              </a:spcBef>
              <a:spcAft>
                <a:spcPts val="0"/>
              </a:spcAft>
              <a:buClr>
                <a:schemeClr val="dk2"/>
              </a:buClr>
              <a:buSzPts val="3600"/>
              <a:buFont typeface="Figtree"/>
              <a:buNone/>
            </a:pPr>
            <a:r>
              <a:rPr lang="en-US"/>
              <a:t>Introduction</a:t>
            </a:r>
            <a:endParaRPr/>
          </a:p>
        </p:txBody>
      </p:sp>
      <p:sp>
        <p:nvSpPr>
          <p:cNvPr id="511" name="Google Shape;511;p50"/>
          <p:cNvSpPr txBox="1"/>
          <p:nvPr>
            <p:ph idx="1" type="body"/>
          </p:nvPr>
        </p:nvSpPr>
        <p:spPr>
          <a:xfrm>
            <a:off x="600075" y="1872350"/>
            <a:ext cx="5541000" cy="4453800"/>
          </a:xfrm>
          <a:prstGeom prst="rect">
            <a:avLst/>
          </a:prstGeom>
          <a:noFill/>
          <a:ln>
            <a:noFill/>
          </a:ln>
        </p:spPr>
        <p:txBody>
          <a:bodyPr anchorCtr="0" anchor="t" bIns="45700" lIns="91425" spcFirstLastPara="1" rIns="91425" wrap="square" tIns="45700">
            <a:noAutofit/>
          </a:bodyPr>
          <a:lstStyle/>
          <a:p>
            <a:pPr indent="-101600" lvl="0" marL="228600" rtl="0" algn="l">
              <a:lnSpc>
                <a:spcPct val="90000"/>
              </a:lnSpc>
              <a:spcBef>
                <a:spcPts val="0"/>
              </a:spcBef>
              <a:spcAft>
                <a:spcPts val="0"/>
              </a:spcAft>
              <a:buSzPts val="2000"/>
              <a:buNone/>
            </a:pPr>
            <a:r>
              <a:rPr lang="en-US"/>
              <a:t>- </a:t>
            </a:r>
            <a:r>
              <a:rPr lang="en-US"/>
              <a:t>Power Cable: Uses a motorized cable system to provide electronically controlled resistance.</a:t>
            </a:r>
            <a:endParaRPr/>
          </a:p>
          <a:p>
            <a:pPr indent="-101600" lvl="0" marL="228600" rtl="0" algn="l">
              <a:lnSpc>
                <a:spcPct val="90000"/>
              </a:lnSpc>
              <a:spcBef>
                <a:spcPts val="0"/>
              </a:spcBef>
              <a:spcAft>
                <a:spcPts val="0"/>
              </a:spcAft>
              <a:buSzPts val="2000"/>
              <a:buNone/>
            </a:pPr>
            <a:r>
              <a:t/>
            </a:r>
            <a:endParaRPr/>
          </a:p>
          <a:p>
            <a:pPr indent="-101600" lvl="0" marL="228600" rtl="0" algn="l">
              <a:lnSpc>
                <a:spcPct val="90000"/>
              </a:lnSpc>
              <a:spcBef>
                <a:spcPts val="0"/>
              </a:spcBef>
              <a:spcAft>
                <a:spcPts val="0"/>
              </a:spcAft>
              <a:buSzPts val="2000"/>
              <a:buNone/>
            </a:pPr>
            <a:r>
              <a:rPr lang="en-US"/>
              <a:t>- Drawback: </a:t>
            </a:r>
            <a:r>
              <a:rPr lang="en-US"/>
              <a:t>Resistance is fixed at the beginning of each set and cannot be adjusted during exercise.</a:t>
            </a:r>
            <a:endParaRPr/>
          </a:p>
          <a:p>
            <a:pPr indent="-101600" lvl="0" marL="228600" rtl="0" algn="l">
              <a:lnSpc>
                <a:spcPct val="90000"/>
              </a:lnSpc>
              <a:spcBef>
                <a:spcPts val="0"/>
              </a:spcBef>
              <a:spcAft>
                <a:spcPts val="0"/>
              </a:spcAft>
              <a:buSzPts val="2000"/>
              <a:buNone/>
            </a:pPr>
            <a:r>
              <a:t/>
            </a:r>
            <a:endParaRPr/>
          </a:p>
          <a:p>
            <a:pPr indent="-101600" lvl="0" marL="228600" rtl="0" algn="l">
              <a:lnSpc>
                <a:spcPct val="90000"/>
              </a:lnSpc>
              <a:spcBef>
                <a:spcPts val="0"/>
              </a:spcBef>
              <a:spcAft>
                <a:spcPts val="0"/>
              </a:spcAft>
              <a:buSzPts val="2000"/>
              <a:buNone/>
            </a:pPr>
            <a:r>
              <a:rPr lang="en-US"/>
              <a:t>- Project focus: Develop an intelligent resistance system that automatically adjusts resistance according to the user’s current capacity.</a:t>
            </a:r>
            <a:endParaRPr/>
          </a:p>
          <a:p>
            <a:pPr indent="-101600" lvl="0" marL="228600" rtl="0" algn="l">
              <a:lnSpc>
                <a:spcPct val="90000"/>
              </a:lnSpc>
              <a:spcBef>
                <a:spcPts val="0"/>
              </a:spcBef>
              <a:spcAft>
                <a:spcPts val="0"/>
              </a:spcAft>
              <a:buSzPts val="2000"/>
              <a:buNone/>
            </a:pPr>
            <a:r>
              <a:t/>
            </a:r>
            <a:endParaRPr/>
          </a:p>
          <a:p>
            <a:pPr indent="-101600" lvl="0" marL="228600" rtl="0" algn="l">
              <a:lnSpc>
                <a:spcPct val="90000"/>
              </a:lnSpc>
              <a:spcBef>
                <a:spcPts val="0"/>
              </a:spcBef>
              <a:spcAft>
                <a:spcPts val="0"/>
              </a:spcAft>
              <a:buSzPts val="2000"/>
              <a:buNone/>
            </a:pPr>
            <a:r>
              <a:rPr lang="en-US"/>
              <a:t>- Intends for user favorability for home workouts.</a:t>
            </a:r>
            <a:endParaRPr/>
          </a:p>
          <a:p>
            <a:pPr indent="-101600" lvl="0" marL="228600" rtl="0" algn="l">
              <a:lnSpc>
                <a:spcPct val="90000"/>
              </a:lnSpc>
              <a:spcBef>
                <a:spcPts val="0"/>
              </a:spcBef>
              <a:spcAft>
                <a:spcPts val="0"/>
              </a:spcAft>
              <a:buSzPts val="2000"/>
              <a:buNone/>
            </a:pPr>
            <a:r>
              <a:t/>
            </a:r>
            <a:endParaRPr/>
          </a:p>
          <a:p>
            <a:pPr indent="-101600" lvl="0" marL="228600" rtl="0" algn="l">
              <a:lnSpc>
                <a:spcPct val="90000"/>
              </a:lnSpc>
              <a:spcBef>
                <a:spcPts val="0"/>
              </a:spcBef>
              <a:spcAft>
                <a:spcPts val="0"/>
              </a:spcAft>
              <a:buSzPts val="2000"/>
              <a:buNone/>
            </a:pPr>
            <a:r>
              <a:t/>
            </a:r>
            <a:endParaRPr/>
          </a:p>
        </p:txBody>
      </p:sp>
      <p:sp>
        <p:nvSpPr>
          <p:cNvPr id="512" name="Google Shape;512;p50"/>
          <p:cNvSpPr/>
          <p:nvPr/>
        </p:nvSpPr>
        <p:spPr>
          <a:xfrm>
            <a:off x="7163675" y="1718813"/>
            <a:ext cx="4762500" cy="3238500"/>
          </a:xfrm>
          <a:prstGeom prst="roundRect">
            <a:avLst>
              <a:gd fmla="val 6471" name="adj"/>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513" name="Google Shape;513;p50"/>
          <p:cNvSpPr txBox="1"/>
          <p:nvPr/>
        </p:nvSpPr>
        <p:spPr>
          <a:xfrm>
            <a:off x="7018125" y="6113725"/>
            <a:ext cx="3799500" cy="42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US" sz="2000">
                <a:solidFill>
                  <a:schemeClr val="dk1"/>
                </a:solidFill>
                <a:latin typeface="Figtree"/>
                <a:ea typeface="Figtree"/>
                <a:cs typeface="Figtree"/>
                <a:sym typeface="Figtree"/>
              </a:rPr>
              <a:t>Previous Prototype</a:t>
            </a:r>
            <a:endParaRPr i="1" sz="2000">
              <a:solidFill>
                <a:schemeClr val="dk1"/>
              </a:solidFill>
              <a:latin typeface="Figtree"/>
              <a:ea typeface="Figtree"/>
              <a:cs typeface="Figtree"/>
              <a:sym typeface="Figtree"/>
            </a:endParaRPr>
          </a:p>
        </p:txBody>
      </p:sp>
      <p:pic>
        <p:nvPicPr>
          <p:cNvPr id="514" name="Google Shape;514;p50"/>
          <p:cNvPicPr preferRelativeResize="0"/>
          <p:nvPr/>
        </p:nvPicPr>
        <p:blipFill rotWithShape="1">
          <a:blip r:embed="rId3">
            <a:alphaModFix/>
          </a:blip>
          <a:srcRect b="8149" l="5064" r="10825" t="7491"/>
          <a:stretch/>
        </p:blipFill>
        <p:spPr>
          <a:xfrm>
            <a:off x="6809300" y="518400"/>
            <a:ext cx="4217150" cy="5639350"/>
          </a:xfrm>
          <a:prstGeom prst="rect">
            <a:avLst/>
          </a:prstGeom>
          <a:solidFill>
            <a:srgbClr val="FFFFFF"/>
          </a:solid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1"/>
          <p:cNvSpPr txBox="1"/>
          <p:nvPr>
            <p:ph type="title"/>
          </p:nvPr>
        </p:nvSpPr>
        <p:spPr>
          <a:xfrm>
            <a:off x="600075" y="1095632"/>
            <a:ext cx="10990200" cy="568500"/>
          </a:xfrm>
          <a:prstGeom prst="rect">
            <a:avLst/>
          </a:prstGeom>
        </p:spPr>
        <p:txBody>
          <a:bodyPr anchorCtr="0" anchor="t" bIns="45700" lIns="91425" spcFirstLastPara="1" rIns="91425" wrap="square" tIns="108000">
            <a:noAutofit/>
          </a:bodyPr>
          <a:lstStyle/>
          <a:p>
            <a:pPr indent="0" lvl="0" marL="0" rtl="0" algn="l">
              <a:spcBef>
                <a:spcPts val="0"/>
              </a:spcBef>
              <a:spcAft>
                <a:spcPts val="0"/>
              </a:spcAft>
              <a:buNone/>
            </a:pPr>
            <a:r>
              <a:rPr lang="en-US"/>
              <a:t>Problem Statement 	</a:t>
            </a:r>
            <a:endParaRPr/>
          </a:p>
        </p:txBody>
      </p:sp>
      <p:sp>
        <p:nvSpPr>
          <p:cNvPr id="521" name="Google Shape;521;p51"/>
          <p:cNvSpPr txBox="1"/>
          <p:nvPr>
            <p:ph idx="1" type="body"/>
          </p:nvPr>
        </p:nvSpPr>
        <p:spPr>
          <a:xfrm>
            <a:off x="600075" y="2225119"/>
            <a:ext cx="10990200" cy="4453800"/>
          </a:xfrm>
          <a:prstGeom prst="rect">
            <a:avLst/>
          </a:prstGeom>
        </p:spPr>
        <p:txBody>
          <a:bodyPr anchorCtr="0" anchor="t" bIns="45700" lIns="91425" spcFirstLastPara="1" rIns="91425" wrap="square" tIns="45700">
            <a:noAutofit/>
          </a:bodyPr>
          <a:lstStyle/>
          <a:p>
            <a:pPr indent="-400050" lvl="0" marL="457200" rtl="0" algn="l">
              <a:spcBef>
                <a:spcPts val="1000"/>
              </a:spcBef>
              <a:spcAft>
                <a:spcPts val="0"/>
              </a:spcAft>
              <a:buSzPts val="2700"/>
              <a:buChar char="-"/>
            </a:pPr>
            <a:r>
              <a:rPr b="1" lang="en-US"/>
              <a:t>Market Limitations:</a:t>
            </a:r>
            <a:r>
              <a:rPr lang="en-US"/>
              <a:t> Home gym equipment is often bulky, expensive (e.g., commercial alternatives costing upwards of 28,300 SEK), and noisy. </a:t>
            </a:r>
            <a:endParaRPr/>
          </a:p>
          <a:p>
            <a:pPr indent="0" lvl="0" marL="0" rtl="0" algn="l">
              <a:spcBef>
                <a:spcPts val="1000"/>
              </a:spcBef>
              <a:spcAft>
                <a:spcPts val="0"/>
              </a:spcAft>
              <a:buNone/>
            </a:pPr>
            <a:r>
              <a:t/>
            </a:r>
            <a:endParaRPr/>
          </a:p>
          <a:p>
            <a:pPr indent="-342900" lvl="0" marL="457200" rtl="0" algn="l">
              <a:spcBef>
                <a:spcPts val="1000"/>
              </a:spcBef>
              <a:spcAft>
                <a:spcPts val="0"/>
              </a:spcAft>
              <a:buSzPts val="1800"/>
              <a:buChar char="-"/>
            </a:pPr>
            <a:r>
              <a:rPr b="1" lang="en-US"/>
              <a:t>Technical Drawback:</a:t>
            </a:r>
            <a:r>
              <a:rPr lang="en-US"/>
              <a:t> Fixed-resistance motorized cable devices set load prior to exercise, failing to adjust to daily user strength fluctuations or intra-workout fatigue</a:t>
            </a:r>
            <a:r>
              <a:rPr lang="en-US" sz="1100">
                <a:latin typeface="Arial"/>
                <a:ea typeface="Arial"/>
                <a:cs typeface="Arial"/>
                <a:sym typeface="Arial"/>
              </a:rPr>
              <a:t>. </a:t>
            </a:r>
            <a:endParaRPr/>
          </a:p>
          <a:p>
            <a:pPr indent="0" lvl="0" marL="0" rtl="0" algn="l">
              <a:spcBef>
                <a:spcPts val="1000"/>
              </a:spcBef>
              <a:spcAft>
                <a:spcPts val="0"/>
              </a:spcAft>
              <a:buNone/>
            </a:pPr>
            <a:r>
              <a:t/>
            </a:r>
            <a:endParaRPr/>
          </a:p>
          <a:p>
            <a:pPr indent="-355600" lvl="0" marL="457200" rtl="0" algn="l">
              <a:spcBef>
                <a:spcPts val="1000"/>
              </a:spcBef>
              <a:spcAft>
                <a:spcPts val="0"/>
              </a:spcAft>
              <a:buSzPts val="2000"/>
              <a:buChar char="-"/>
            </a:pPr>
            <a:r>
              <a:rPr b="1" lang="en-US"/>
              <a:t>Training Inefficiency:</a:t>
            </a:r>
            <a:r>
              <a:rPr lang="en-US"/>
              <a:t> Without dynamic resistance adjustment during reps, users cannot effectively achieve progressive overload or muscular failure for optimal hypertrophy training.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52"/>
          <p:cNvSpPr txBox="1"/>
          <p:nvPr>
            <p:ph type="title"/>
          </p:nvPr>
        </p:nvSpPr>
        <p:spPr>
          <a:xfrm>
            <a:off x="935025" y="745419"/>
            <a:ext cx="4611900" cy="550800"/>
          </a:xfrm>
          <a:prstGeom prst="rect">
            <a:avLst/>
          </a:prstGeom>
        </p:spPr>
        <p:txBody>
          <a:bodyPr anchorCtr="0" anchor="t" bIns="45700" lIns="91425" spcFirstLastPara="1" rIns="91425" wrap="square" tIns="108000">
            <a:noAutofit/>
          </a:bodyPr>
          <a:lstStyle/>
          <a:p>
            <a:pPr indent="0" lvl="0" marL="0" rtl="0" algn="l">
              <a:spcBef>
                <a:spcPts val="0"/>
              </a:spcBef>
              <a:spcAft>
                <a:spcPts val="0"/>
              </a:spcAft>
              <a:buNone/>
            </a:pPr>
            <a:r>
              <a:rPr lang="en-US"/>
              <a:t>Technical Approach</a:t>
            </a:r>
            <a:endParaRPr/>
          </a:p>
        </p:txBody>
      </p:sp>
      <p:sp>
        <p:nvSpPr>
          <p:cNvPr id="528" name="Google Shape;528;p52"/>
          <p:cNvSpPr/>
          <p:nvPr/>
        </p:nvSpPr>
        <p:spPr>
          <a:xfrm>
            <a:off x="326675" y="1592600"/>
            <a:ext cx="1928400" cy="5037900"/>
          </a:xfrm>
          <a:prstGeom prst="roundRect">
            <a:avLst>
              <a:gd fmla="val 16667" name="adj"/>
            </a:avLst>
          </a:prstGeom>
          <a:solidFill>
            <a:schemeClr val="accent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US" sz="2100">
                <a:latin typeface="Figtree"/>
                <a:ea typeface="Figtree"/>
                <a:cs typeface="Figtree"/>
                <a:sym typeface="Figtree"/>
              </a:rPr>
              <a:t>App/HTML</a:t>
            </a:r>
            <a:r>
              <a:rPr lang="en-US" sz="2100">
                <a:latin typeface="Figtree"/>
                <a:ea typeface="Figtree"/>
                <a:cs typeface="Figtree"/>
                <a:sym typeface="Figtree"/>
              </a:rPr>
              <a:t> </a:t>
            </a:r>
            <a:br>
              <a:rPr lang="en-US" sz="2100">
                <a:latin typeface="Figtree"/>
                <a:ea typeface="Figtree"/>
                <a:cs typeface="Figtree"/>
                <a:sym typeface="Figtree"/>
              </a:rPr>
            </a:br>
            <a:r>
              <a:rPr lang="en-US" sz="2100">
                <a:latin typeface="Figtree"/>
                <a:ea typeface="Figtree"/>
                <a:cs typeface="Figtree"/>
                <a:sym typeface="Figtree"/>
              </a:rPr>
              <a:t>📱| 💻</a:t>
            </a:r>
            <a:endParaRPr sz="2100">
              <a:latin typeface="Figtree"/>
              <a:ea typeface="Figtree"/>
              <a:cs typeface="Figtree"/>
              <a:sym typeface="Figtree"/>
            </a:endParaRPr>
          </a:p>
          <a:p>
            <a:pPr indent="0" lvl="0" marL="0" rtl="0" algn="ctr">
              <a:spcBef>
                <a:spcPts val="1000"/>
              </a:spcBef>
              <a:spcAft>
                <a:spcPts val="0"/>
              </a:spcAft>
              <a:buNone/>
            </a:pPr>
            <a:r>
              <a:t/>
            </a:r>
            <a:endParaRPr i="1" sz="2100">
              <a:latin typeface="Figtree"/>
              <a:ea typeface="Figtree"/>
              <a:cs typeface="Figtree"/>
              <a:sym typeface="Figtree"/>
            </a:endParaRPr>
          </a:p>
          <a:p>
            <a:pPr indent="0" lvl="0" marL="0" rtl="0" algn="ctr">
              <a:spcBef>
                <a:spcPts val="0"/>
              </a:spcBef>
              <a:spcAft>
                <a:spcPts val="0"/>
              </a:spcAft>
              <a:buNone/>
            </a:pPr>
            <a:r>
              <a:t/>
            </a:r>
            <a:endParaRPr i="1" sz="1600">
              <a:latin typeface="Figtree"/>
              <a:ea typeface="Figtree"/>
              <a:cs typeface="Figtree"/>
              <a:sym typeface="Figtree"/>
            </a:endParaRPr>
          </a:p>
        </p:txBody>
      </p:sp>
      <p:sp>
        <p:nvSpPr>
          <p:cNvPr id="529" name="Google Shape;529;p52"/>
          <p:cNvSpPr/>
          <p:nvPr/>
        </p:nvSpPr>
        <p:spPr>
          <a:xfrm>
            <a:off x="2581250" y="1593050"/>
            <a:ext cx="2416200" cy="5037900"/>
          </a:xfrm>
          <a:prstGeom prst="roundRect">
            <a:avLst>
              <a:gd fmla="val 16667" name="adj"/>
            </a:avLst>
          </a:prstGeom>
          <a:solidFill>
            <a:schemeClr val="accent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US" sz="2100">
                <a:latin typeface="Figtree"/>
                <a:ea typeface="Figtree"/>
                <a:cs typeface="Figtree"/>
                <a:sym typeface="Figtree"/>
              </a:rPr>
              <a:t>ESP32</a:t>
            </a:r>
            <a:r>
              <a:rPr b="1" lang="en-US" sz="2100">
                <a:latin typeface="Figtree"/>
                <a:ea typeface="Figtree"/>
                <a:cs typeface="Figtree"/>
                <a:sym typeface="Figtree"/>
              </a:rPr>
              <a:t> C3</a:t>
            </a:r>
            <a:br>
              <a:rPr b="1" lang="en-US" sz="2100">
                <a:latin typeface="Figtree"/>
                <a:ea typeface="Figtree"/>
                <a:cs typeface="Figtree"/>
                <a:sym typeface="Figtree"/>
              </a:rPr>
            </a:br>
            <a:r>
              <a:rPr b="1" lang="en-US" sz="2100">
                <a:latin typeface="Figtree"/>
                <a:ea typeface="Figtree"/>
                <a:cs typeface="Figtree"/>
                <a:sym typeface="Figtree"/>
              </a:rPr>
              <a:t>🛜 | 🌉</a:t>
            </a:r>
            <a:endParaRPr b="1" sz="2100">
              <a:latin typeface="Figtree"/>
              <a:ea typeface="Figtree"/>
              <a:cs typeface="Figtree"/>
              <a:sym typeface="Figtree"/>
            </a:endParaRPr>
          </a:p>
          <a:p>
            <a:pPr indent="0" lvl="0" marL="0" rtl="0" algn="ctr">
              <a:spcBef>
                <a:spcPts val="1000"/>
              </a:spcBef>
              <a:spcAft>
                <a:spcPts val="0"/>
              </a:spcAft>
              <a:buNone/>
            </a:pPr>
            <a:r>
              <a:rPr i="1" lang="en-US" sz="2100">
                <a:latin typeface="Figtree"/>
                <a:ea typeface="Figtree"/>
                <a:cs typeface="Figtree"/>
                <a:sym typeface="Figtree"/>
              </a:rPr>
              <a:t>Bluetooth bridge</a:t>
            </a:r>
            <a:endParaRPr i="1" sz="2100">
              <a:latin typeface="Figtree"/>
              <a:ea typeface="Figtree"/>
              <a:cs typeface="Figtree"/>
              <a:sym typeface="Figtree"/>
            </a:endParaRPr>
          </a:p>
        </p:txBody>
      </p:sp>
      <p:sp>
        <p:nvSpPr>
          <p:cNvPr id="530" name="Google Shape;530;p52"/>
          <p:cNvSpPr/>
          <p:nvPr/>
        </p:nvSpPr>
        <p:spPr>
          <a:xfrm>
            <a:off x="5337988" y="1593350"/>
            <a:ext cx="2046300" cy="5037900"/>
          </a:xfrm>
          <a:prstGeom prst="roundRect">
            <a:avLst>
              <a:gd fmla="val 16667" name="adj"/>
            </a:avLst>
          </a:prstGeom>
          <a:solidFill>
            <a:schemeClr val="accent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US" sz="2100">
                <a:latin typeface="Figtree"/>
                <a:ea typeface="Figtree"/>
                <a:cs typeface="Figtree"/>
                <a:sym typeface="Figtree"/>
              </a:rPr>
              <a:t>ODrive</a:t>
            </a:r>
            <a:br>
              <a:rPr b="1" lang="en-US" sz="2100">
                <a:latin typeface="Figtree"/>
                <a:ea typeface="Figtree"/>
                <a:cs typeface="Figtree"/>
                <a:sym typeface="Figtree"/>
              </a:rPr>
            </a:br>
            <a:r>
              <a:rPr b="1" lang="en-US" sz="2100">
                <a:latin typeface="Figtree"/>
                <a:ea typeface="Figtree"/>
                <a:cs typeface="Figtree"/>
                <a:sym typeface="Figtree"/>
              </a:rPr>
              <a:t>🧠</a:t>
            </a:r>
            <a:endParaRPr b="1" sz="2100">
              <a:latin typeface="Figtree"/>
              <a:ea typeface="Figtree"/>
              <a:cs typeface="Figtree"/>
              <a:sym typeface="Figtree"/>
            </a:endParaRPr>
          </a:p>
          <a:p>
            <a:pPr indent="0" lvl="0" marL="0" rtl="0" algn="ctr">
              <a:spcBef>
                <a:spcPts val="1000"/>
              </a:spcBef>
              <a:spcAft>
                <a:spcPts val="1000"/>
              </a:spcAft>
              <a:buNone/>
            </a:pPr>
            <a:r>
              <a:rPr i="1" lang="en-US" sz="2100">
                <a:latin typeface="Figtree"/>
                <a:ea typeface="Figtree"/>
                <a:cs typeface="Figtree"/>
                <a:sym typeface="Figtree"/>
              </a:rPr>
              <a:t>motor controller</a:t>
            </a:r>
            <a:endParaRPr i="1" sz="2100">
              <a:latin typeface="Figtree"/>
              <a:ea typeface="Figtree"/>
              <a:cs typeface="Figtree"/>
              <a:sym typeface="Figtree"/>
            </a:endParaRPr>
          </a:p>
        </p:txBody>
      </p:sp>
      <p:sp>
        <p:nvSpPr>
          <p:cNvPr id="531" name="Google Shape;531;p52"/>
          <p:cNvSpPr/>
          <p:nvPr/>
        </p:nvSpPr>
        <p:spPr>
          <a:xfrm>
            <a:off x="7708325" y="1593025"/>
            <a:ext cx="1954200" cy="5037900"/>
          </a:xfrm>
          <a:prstGeom prst="roundRect">
            <a:avLst>
              <a:gd fmla="val 16667" name="adj"/>
            </a:avLst>
          </a:prstGeom>
          <a:solidFill>
            <a:schemeClr val="accent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US" sz="2100">
                <a:latin typeface="Figtree"/>
                <a:ea typeface="Figtree"/>
                <a:cs typeface="Figtree"/>
                <a:sym typeface="Figtree"/>
              </a:rPr>
              <a:t>Motor + Encoder</a:t>
            </a:r>
            <a:br>
              <a:rPr b="1" lang="en-US" sz="2100">
                <a:latin typeface="Figtree"/>
                <a:ea typeface="Figtree"/>
                <a:cs typeface="Figtree"/>
                <a:sym typeface="Figtree"/>
              </a:rPr>
            </a:br>
            <a:r>
              <a:rPr b="1" lang="en-US" sz="2100">
                <a:latin typeface="Figtree"/>
                <a:ea typeface="Figtree"/>
                <a:cs typeface="Figtree"/>
                <a:sym typeface="Figtree"/>
              </a:rPr>
              <a:t>🫀</a:t>
            </a:r>
            <a:endParaRPr b="1" sz="2100">
              <a:latin typeface="Figtree"/>
              <a:ea typeface="Figtree"/>
              <a:cs typeface="Figtree"/>
              <a:sym typeface="Figtree"/>
            </a:endParaRPr>
          </a:p>
          <a:p>
            <a:pPr indent="0" lvl="0" marL="0" rtl="0" algn="ctr">
              <a:spcBef>
                <a:spcPts val="1000"/>
              </a:spcBef>
              <a:spcAft>
                <a:spcPts val="0"/>
              </a:spcAft>
              <a:buNone/>
            </a:pPr>
            <a:r>
              <a:rPr i="1" lang="en-US" sz="2100">
                <a:latin typeface="Figtree"/>
                <a:ea typeface="Figtree"/>
                <a:cs typeface="Figtree"/>
                <a:sym typeface="Figtree"/>
              </a:rPr>
              <a:t>feedback Kg to current</a:t>
            </a:r>
            <a:endParaRPr i="1" sz="2100">
              <a:latin typeface="Figtree"/>
              <a:ea typeface="Figtree"/>
              <a:cs typeface="Figtree"/>
              <a:sym typeface="Figtree"/>
            </a:endParaRPr>
          </a:p>
        </p:txBody>
      </p:sp>
      <p:sp>
        <p:nvSpPr>
          <p:cNvPr id="532" name="Google Shape;532;p52"/>
          <p:cNvSpPr/>
          <p:nvPr/>
        </p:nvSpPr>
        <p:spPr>
          <a:xfrm>
            <a:off x="10008375" y="1592900"/>
            <a:ext cx="1954200" cy="5037900"/>
          </a:xfrm>
          <a:prstGeom prst="roundRect">
            <a:avLst>
              <a:gd fmla="val 16667" name="adj"/>
            </a:avLst>
          </a:prstGeom>
          <a:solidFill>
            <a:schemeClr val="accent4"/>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US" sz="2100">
                <a:latin typeface="Figtree"/>
                <a:ea typeface="Figtree"/>
                <a:cs typeface="Figtree"/>
                <a:sym typeface="Figtree"/>
              </a:rPr>
              <a:t>Cable Mechanism</a:t>
            </a:r>
            <a:br>
              <a:rPr b="1" lang="en-US" sz="2100">
                <a:latin typeface="Figtree"/>
                <a:ea typeface="Figtree"/>
                <a:cs typeface="Figtree"/>
                <a:sym typeface="Figtree"/>
              </a:rPr>
            </a:br>
            <a:r>
              <a:rPr b="1" lang="en-US" sz="2100">
                <a:latin typeface="Figtree"/>
                <a:ea typeface="Figtree"/>
                <a:cs typeface="Figtree"/>
                <a:sym typeface="Figtree"/>
              </a:rPr>
              <a:t>💪</a:t>
            </a:r>
            <a:endParaRPr b="1" sz="2100">
              <a:latin typeface="Figtree"/>
              <a:ea typeface="Figtree"/>
              <a:cs typeface="Figtree"/>
              <a:sym typeface="Figtree"/>
            </a:endParaRPr>
          </a:p>
          <a:p>
            <a:pPr indent="0" lvl="0" marL="0" rtl="0" algn="ctr">
              <a:spcBef>
                <a:spcPts val="1000"/>
              </a:spcBef>
              <a:spcAft>
                <a:spcPts val="0"/>
              </a:spcAft>
              <a:buNone/>
            </a:pPr>
            <a:r>
              <a:rPr i="1" lang="en-US" sz="2100">
                <a:latin typeface="Figtree"/>
                <a:ea typeface="Figtree"/>
                <a:cs typeface="Figtree"/>
                <a:sym typeface="Figtree"/>
              </a:rPr>
              <a:t>resistance to user</a:t>
            </a:r>
            <a:endParaRPr i="1" sz="2100">
              <a:latin typeface="Figtree"/>
              <a:ea typeface="Figtree"/>
              <a:cs typeface="Figtree"/>
              <a:sym typeface="Figtree"/>
            </a:endParaRPr>
          </a:p>
        </p:txBody>
      </p:sp>
      <p:cxnSp>
        <p:nvCxnSpPr>
          <p:cNvPr id="533" name="Google Shape;533;p52"/>
          <p:cNvCxnSpPr>
            <a:endCxn id="529" idx="1"/>
          </p:cNvCxnSpPr>
          <p:nvPr/>
        </p:nvCxnSpPr>
        <p:spPr>
          <a:xfrm flipH="1" rot="10800000">
            <a:off x="2274650" y="4112000"/>
            <a:ext cx="306600" cy="600"/>
          </a:xfrm>
          <a:prstGeom prst="straightConnector1">
            <a:avLst/>
          </a:prstGeom>
          <a:noFill/>
          <a:ln cap="flat" cmpd="sng" w="19050">
            <a:solidFill>
              <a:schemeClr val="dk2"/>
            </a:solidFill>
            <a:prstDash val="solid"/>
            <a:round/>
            <a:headEnd len="med" w="med" type="none"/>
            <a:tailEnd len="med" w="med" type="triangle"/>
          </a:ln>
        </p:spPr>
      </p:cxnSp>
      <p:cxnSp>
        <p:nvCxnSpPr>
          <p:cNvPr id="534" name="Google Shape;534;p52"/>
          <p:cNvCxnSpPr>
            <a:stCxn id="529" idx="3"/>
            <a:endCxn id="530" idx="1"/>
          </p:cNvCxnSpPr>
          <p:nvPr/>
        </p:nvCxnSpPr>
        <p:spPr>
          <a:xfrm>
            <a:off x="4997450" y="4112000"/>
            <a:ext cx="340500" cy="300"/>
          </a:xfrm>
          <a:prstGeom prst="straightConnector1">
            <a:avLst/>
          </a:prstGeom>
          <a:noFill/>
          <a:ln cap="flat" cmpd="sng" w="19050">
            <a:solidFill>
              <a:schemeClr val="dk2"/>
            </a:solidFill>
            <a:prstDash val="solid"/>
            <a:round/>
            <a:headEnd len="med" w="med" type="none"/>
            <a:tailEnd len="med" w="med" type="triangle"/>
          </a:ln>
        </p:spPr>
      </p:cxnSp>
      <p:pic>
        <p:nvPicPr>
          <p:cNvPr id="535" name="Google Shape;535;p52" title="xcode-s-og-twitter-removebg-preview.png"/>
          <p:cNvPicPr preferRelativeResize="0"/>
          <p:nvPr/>
        </p:nvPicPr>
        <p:blipFill rotWithShape="1">
          <a:blip r:embed="rId3">
            <a:alphaModFix/>
          </a:blip>
          <a:srcRect b="12430" l="30939" r="31049" t="13270"/>
          <a:stretch/>
        </p:blipFill>
        <p:spPr>
          <a:xfrm>
            <a:off x="956125" y="2536475"/>
            <a:ext cx="425400" cy="415159"/>
          </a:xfrm>
          <a:prstGeom prst="rect">
            <a:avLst/>
          </a:prstGeom>
          <a:noFill/>
          <a:ln>
            <a:noFill/>
          </a:ln>
        </p:spPr>
      </p:pic>
      <p:pic>
        <p:nvPicPr>
          <p:cNvPr id="536" name="Google Shape;536;p52"/>
          <p:cNvPicPr preferRelativeResize="0"/>
          <p:nvPr/>
        </p:nvPicPr>
        <p:blipFill>
          <a:blip r:embed="rId4">
            <a:alphaModFix/>
          </a:blip>
          <a:stretch>
            <a:fillRect/>
          </a:stretch>
        </p:blipFill>
        <p:spPr>
          <a:xfrm>
            <a:off x="1448775" y="2536475"/>
            <a:ext cx="425400" cy="425400"/>
          </a:xfrm>
          <a:prstGeom prst="rect">
            <a:avLst/>
          </a:prstGeom>
          <a:noFill/>
          <a:ln>
            <a:noFill/>
          </a:ln>
        </p:spPr>
      </p:pic>
      <p:pic>
        <p:nvPicPr>
          <p:cNvPr id="537" name="Google Shape;537;p52"/>
          <p:cNvPicPr preferRelativeResize="0"/>
          <p:nvPr/>
        </p:nvPicPr>
        <p:blipFill rotWithShape="1">
          <a:blip r:embed="rId5">
            <a:alphaModFix/>
          </a:blip>
          <a:srcRect b="16051" l="19033" r="19132" t="13457"/>
          <a:stretch/>
        </p:blipFill>
        <p:spPr>
          <a:xfrm>
            <a:off x="3244713" y="3284375"/>
            <a:ext cx="1187225" cy="1654351"/>
          </a:xfrm>
          <a:prstGeom prst="rect">
            <a:avLst/>
          </a:prstGeom>
          <a:solidFill>
            <a:schemeClr val="accent4"/>
          </a:solidFill>
          <a:ln>
            <a:noFill/>
          </a:ln>
        </p:spPr>
      </p:pic>
      <p:sp>
        <p:nvSpPr>
          <p:cNvPr id="538" name="Google Shape;538;p52"/>
          <p:cNvSpPr/>
          <p:nvPr/>
        </p:nvSpPr>
        <p:spPr>
          <a:xfrm>
            <a:off x="433125" y="3093500"/>
            <a:ext cx="1692900" cy="33366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t/>
            </a:r>
            <a:endParaRPr>
              <a:latin typeface="Figtree"/>
              <a:ea typeface="Figtree"/>
              <a:cs typeface="Figtree"/>
              <a:sym typeface="Figtree"/>
            </a:endParaRPr>
          </a:p>
        </p:txBody>
      </p:sp>
      <p:pic>
        <p:nvPicPr>
          <p:cNvPr id="539" name="Google Shape;539;p52"/>
          <p:cNvPicPr preferRelativeResize="0"/>
          <p:nvPr/>
        </p:nvPicPr>
        <p:blipFill>
          <a:blip r:embed="rId6">
            <a:alphaModFix/>
          </a:blip>
          <a:stretch>
            <a:fillRect/>
          </a:stretch>
        </p:blipFill>
        <p:spPr>
          <a:xfrm>
            <a:off x="556225" y="3195825"/>
            <a:ext cx="1446692" cy="3131950"/>
          </a:xfrm>
          <a:prstGeom prst="rect">
            <a:avLst/>
          </a:prstGeom>
          <a:solidFill>
            <a:schemeClr val="accent4"/>
          </a:solidFill>
          <a:ln>
            <a:noFill/>
          </a:ln>
        </p:spPr>
      </p:pic>
      <p:sp>
        <p:nvSpPr>
          <p:cNvPr id="540" name="Google Shape;540;p52"/>
          <p:cNvSpPr/>
          <p:nvPr/>
        </p:nvSpPr>
        <p:spPr>
          <a:xfrm>
            <a:off x="976875" y="3153600"/>
            <a:ext cx="605400" cy="987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Figtree"/>
              <a:ea typeface="Figtree"/>
              <a:cs typeface="Figtree"/>
              <a:sym typeface="Figtree"/>
            </a:endParaRPr>
          </a:p>
        </p:txBody>
      </p:sp>
      <p:pic>
        <p:nvPicPr>
          <p:cNvPr id="541" name="Google Shape;541;p52"/>
          <p:cNvPicPr preferRelativeResize="0"/>
          <p:nvPr/>
        </p:nvPicPr>
        <p:blipFill rotWithShape="1">
          <a:blip r:embed="rId7">
            <a:alphaModFix/>
          </a:blip>
          <a:srcRect b="20094" l="9324" r="11923" t="7652"/>
          <a:stretch/>
        </p:blipFill>
        <p:spPr>
          <a:xfrm rot="-5400000">
            <a:off x="4792655" y="4010301"/>
            <a:ext cx="3136949" cy="1620949"/>
          </a:xfrm>
          <a:prstGeom prst="rect">
            <a:avLst/>
          </a:prstGeom>
          <a:solidFill>
            <a:schemeClr val="accent4"/>
          </a:solidFill>
          <a:ln>
            <a:noFill/>
          </a:ln>
        </p:spPr>
      </p:pic>
      <p:pic>
        <p:nvPicPr>
          <p:cNvPr id="542" name="Google Shape;542;p52"/>
          <p:cNvPicPr preferRelativeResize="0"/>
          <p:nvPr/>
        </p:nvPicPr>
        <p:blipFill rotWithShape="1">
          <a:blip r:embed="rId8">
            <a:alphaModFix/>
          </a:blip>
          <a:srcRect b="4026" l="19508" r="11436" t="2569"/>
          <a:stretch/>
        </p:blipFill>
        <p:spPr>
          <a:xfrm>
            <a:off x="10262125" y="3603275"/>
            <a:ext cx="1446699" cy="2878323"/>
          </a:xfrm>
          <a:prstGeom prst="rect">
            <a:avLst/>
          </a:prstGeom>
          <a:noFill/>
          <a:ln>
            <a:noFill/>
          </a:ln>
        </p:spPr>
      </p:pic>
      <p:pic>
        <p:nvPicPr>
          <p:cNvPr id="543" name="Google Shape;543;p52"/>
          <p:cNvPicPr preferRelativeResize="0"/>
          <p:nvPr/>
        </p:nvPicPr>
        <p:blipFill rotWithShape="1">
          <a:blip r:embed="rId9">
            <a:alphaModFix/>
          </a:blip>
          <a:srcRect b="3800" l="16819" r="18292" t="5718"/>
          <a:stretch/>
        </p:blipFill>
        <p:spPr>
          <a:xfrm>
            <a:off x="7874925" y="3571875"/>
            <a:ext cx="1533899" cy="2941123"/>
          </a:xfrm>
          <a:prstGeom prst="rect">
            <a:avLst/>
          </a:prstGeom>
          <a:solidFill>
            <a:schemeClr val="accent4"/>
          </a:solidFill>
          <a:ln>
            <a:noFill/>
          </a:ln>
        </p:spPr>
      </p:pic>
      <p:cxnSp>
        <p:nvCxnSpPr>
          <p:cNvPr id="544" name="Google Shape;544;p52"/>
          <p:cNvCxnSpPr>
            <a:stCxn id="531" idx="3"/>
            <a:endCxn id="532" idx="1"/>
          </p:cNvCxnSpPr>
          <p:nvPr/>
        </p:nvCxnSpPr>
        <p:spPr>
          <a:xfrm>
            <a:off x="9662525" y="4111975"/>
            <a:ext cx="345900" cy="0"/>
          </a:xfrm>
          <a:prstGeom prst="straightConnector1">
            <a:avLst/>
          </a:prstGeom>
          <a:noFill/>
          <a:ln cap="flat" cmpd="sng" w="19050">
            <a:solidFill>
              <a:schemeClr val="dk2"/>
            </a:solidFill>
            <a:prstDash val="solid"/>
            <a:round/>
            <a:headEnd len="med" w="med" type="none"/>
            <a:tailEnd len="med" w="med" type="triangle"/>
          </a:ln>
        </p:spPr>
      </p:cxnSp>
      <p:cxnSp>
        <p:nvCxnSpPr>
          <p:cNvPr id="545" name="Google Shape;545;p52"/>
          <p:cNvCxnSpPr>
            <a:stCxn id="530" idx="3"/>
            <a:endCxn id="531" idx="1"/>
          </p:cNvCxnSpPr>
          <p:nvPr/>
        </p:nvCxnSpPr>
        <p:spPr>
          <a:xfrm flipH="1" rot="10800000">
            <a:off x="7384288" y="4112000"/>
            <a:ext cx="324000" cy="300"/>
          </a:xfrm>
          <a:prstGeom prst="straightConnector1">
            <a:avLst/>
          </a:prstGeom>
          <a:noFill/>
          <a:ln cap="flat" cmpd="sng" w="19050">
            <a:solidFill>
              <a:schemeClr val="dk2"/>
            </a:solidFill>
            <a:prstDash val="solid"/>
            <a:round/>
            <a:headEnd len="med" w="med" type="none"/>
            <a:tailEnd len="med" w="med" type="triangle"/>
          </a:ln>
        </p:spPr>
      </p:cxnSp>
      <p:pic>
        <p:nvPicPr>
          <p:cNvPr id="546" name="Google Shape;546;p52"/>
          <p:cNvPicPr preferRelativeResize="0"/>
          <p:nvPr/>
        </p:nvPicPr>
        <p:blipFill rotWithShape="1">
          <a:blip r:embed="rId10">
            <a:alphaModFix/>
          </a:blip>
          <a:srcRect b="0" l="0" r="0" t="4825"/>
          <a:stretch/>
        </p:blipFill>
        <p:spPr>
          <a:xfrm>
            <a:off x="2657475" y="4942975"/>
            <a:ext cx="2256748" cy="1441301"/>
          </a:xfrm>
          <a:prstGeom prst="rect">
            <a:avLst/>
          </a:prstGeom>
          <a:solidFill>
            <a:schemeClr val="accent4"/>
          </a:solid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53"/>
          <p:cNvSpPr txBox="1"/>
          <p:nvPr>
            <p:ph type="title"/>
          </p:nvPr>
        </p:nvSpPr>
        <p:spPr>
          <a:xfrm>
            <a:off x="972500" y="323091"/>
            <a:ext cx="10990200" cy="568500"/>
          </a:xfrm>
          <a:prstGeom prst="rect">
            <a:avLst/>
          </a:prstGeom>
        </p:spPr>
        <p:txBody>
          <a:bodyPr anchorCtr="0" anchor="t" bIns="45700" lIns="91425" spcFirstLastPara="1" rIns="91425" wrap="square" tIns="108000">
            <a:noAutofit/>
          </a:bodyPr>
          <a:lstStyle/>
          <a:p>
            <a:pPr indent="0" lvl="0" marL="0" rtl="0" algn="l">
              <a:spcBef>
                <a:spcPts val="0"/>
              </a:spcBef>
              <a:spcAft>
                <a:spcPts val="0"/>
              </a:spcAft>
              <a:buNone/>
            </a:pPr>
            <a:r>
              <a:rPr lang="en-US"/>
              <a:t>User Interaction with USB </a:t>
            </a:r>
            <a:endParaRPr/>
          </a:p>
        </p:txBody>
      </p:sp>
      <p:sp>
        <p:nvSpPr>
          <p:cNvPr id="553" name="Google Shape;553;p53"/>
          <p:cNvSpPr txBox="1"/>
          <p:nvPr>
            <p:ph idx="1" type="body"/>
          </p:nvPr>
        </p:nvSpPr>
        <p:spPr>
          <a:xfrm>
            <a:off x="447263" y="1178525"/>
            <a:ext cx="4090200" cy="20205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en-US"/>
              <a:t>Browser</a:t>
            </a:r>
            <a:r>
              <a:rPr b="1" lang="en-US"/>
              <a:t> Interface: </a:t>
            </a:r>
            <a:endParaRPr b="1"/>
          </a:p>
          <a:p>
            <a:pPr indent="-342900" lvl="0" marL="457200" rtl="0" algn="l">
              <a:spcBef>
                <a:spcPts val="1000"/>
              </a:spcBef>
              <a:spcAft>
                <a:spcPts val="0"/>
              </a:spcAft>
              <a:buSzPts val="1800"/>
              <a:buChar char="•"/>
            </a:pPr>
            <a:r>
              <a:rPr lang="en-US"/>
              <a:t>Fixed resistance setting </a:t>
            </a:r>
            <a:endParaRPr/>
          </a:p>
          <a:p>
            <a:pPr indent="-342900" lvl="0" marL="457200" rtl="0" algn="l">
              <a:spcBef>
                <a:spcPts val="0"/>
              </a:spcBef>
              <a:spcAft>
                <a:spcPts val="0"/>
              </a:spcAft>
              <a:buSzPts val="1800"/>
              <a:buChar char="•"/>
            </a:pPr>
            <a:r>
              <a:rPr lang="en-US"/>
              <a:t>Adaptive resistance setting</a:t>
            </a:r>
            <a:endParaRPr/>
          </a:p>
          <a:p>
            <a:pPr indent="-342900" lvl="0" marL="457200" rtl="0" algn="l">
              <a:spcBef>
                <a:spcPts val="0"/>
              </a:spcBef>
              <a:spcAft>
                <a:spcPts val="0"/>
              </a:spcAft>
              <a:buSzPts val="1800"/>
              <a:buChar char="•"/>
            </a:pPr>
            <a:r>
              <a:rPr lang="en-US"/>
              <a:t>Access and operate directly from GitHub</a:t>
            </a:r>
            <a:endParaRPr/>
          </a:p>
          <a:p>
            <a:pPr indent="-342900" lvl="0" marL="457200" rtl="0" algn="l">
              <a:spcBef>
                <a:spcPts val="0"/>
              </a:spcBef>
              <a:spcAft>
                <a:spcPts val="0"/>
              </a:spcAft>
              <a:buSzPts val="1800"/>
              <a:buChar char="•"/>
            </a:pPr>
            <a:r>
              <a:rPr lang="en-US"/>
              <a:t>Live training data</a:t>
            </a:r>
            <a:endParaRPr/>
          </a:p>
        </p:txBody>
      </p:sp>
      <p:pic>
        <p:nvPicPr>
          <p:cNvPr id="554" name="Google Shape;554;p53" title="Santi_Curls.mp4">
            <a:hlinkClick r:id="rId3"/>
          </p:cNvPr>
          <p:cNvPicPr preferRelativeResize="0"/>
          <p:nvPr/>
        </p:nvPicPr>
        <p:blipFill>
          <a:blip r:embed="rId4">
            <a:alphaModFix/>
          </a:blip>
          <a:stretch>
            <a:fillRect/>
          </a:stretch>
        </p:blipFill>
        <p:spPr>
          <a:xfrm>
            <a:off x="447275" y="3126562"/>
            <a:ext cx="4605575" cy="3454187"/>
          </a:xfrm>
          <a:prstGeom prst="rect">
            <a:avLst/>
          </a:prstGeom>
          <a:noFill/>
          <a:ln>
            <a:noFill/>
          </a:ln>
        </p:spPr>
      </p:pic>
      <p:pic>
        <p:nvPicPr>
          <p:cNvPr id="555" name="Google Shape;555;p53" title="ODrive Load Console.mp4">
            <a:hlinkClick r:id="rId5"/>
          </p:cNvPr>
          <p:cNvPicPr preferRelativeResize="0"/>
          <p:nvPr/>
        </p:nvPicPr>
        <p:blipFill>
          <a:blip r:embed="rId6">
            <a:alphaModFix/>
          </a:blip>
          <a:stretch>
            <a:fillRect/>
          </a:stretch>
        </p:blipFill>
        <p:spPr>
          <a:xfrm>
            <a:off x="5219375" y="1063975"/>
            <a:ext cx="6834349" cy="55333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4"/>
                                        </p:tgtEl>
                                        <p:attrNameLst>
                                          <p:attrName>style.visibility</p:attrName>
                                        </p:attrNameLst>
                                      </p:cBhvr>
                                      <p:to>
                                        <p:strVal val="visible"/>
                                      </p:to>
                                    </p:set>
                                    <p:animEffect filter="fade" transition="in">
                                      <p:cBhvr>
                                        <p:cTn dur="1000"/>
                                        <p:tgtEl>
                                          <p:spTgt spid="5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5"/>
                                        </p:tgtEl>
                                        <p:attrNameLst>
                                          <p:attrName>style.visibility</p:attrName>
                                        </p:attrNameLst>
                                      </p:cBhvr>
                                      <p:to>
                                        <p:strVal val="visible"/>
                                      </p:to>
                                    </p:set>
                                    <p:animEffect filter="fade" transition="in">
                                      <p:cBhvr>
                                        <p:cTn dur="1000"/>
                                        <p:tgtEl>
                                          <p:spTgt spid="5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54"/>
          <p:cNvSpPr txBox="1"/>
          <p:nvPr>
            <p:ph type="title"/>
          </p:nvPr>
        </p:nvSpPr>
        <p:spPr>
          <a:xfrm>
            <a:off x="1456350" y="198025"/>
            <a:ext cx="5516100" cy="568500"/>
          </a:xfrm>
          <a:prstGeom prst="rect">
            <a:avLst/>
          </a:prstGeom>
        </p:spPr>
        <p:txBody>
          <a:bodyPr anchorCtr="0" anchor="t" bIns="45700" lIns="91425" spcFirstLastPara="1" rIns="91425" wrap="square" tIns="108000">
            <a:noAutofit/>
          </a:bodyPr>
          <a:lstStyle/>
          <a:p>
            <a:pPr indent="0" lvl="0" marL="0" rtl="0" algn="l">
              <a:spcBef>
                <a:spcPts val="0"/>
              </a:spcBef>
              <a:spcAft>
                <a:spcPts val="0"/>
              </a:spcAft>
              <a:buNone/>
            </a:pPr>
            <a:r>
              <a:rPr lang="en-US"/>
              <a:t>Wireless User Interaction</a:t>
            </a:r>
            <a:endParaRPr/>
          </a:p>
        </p:txBody>
      </p:sp>
      <p:graphicFrame>
        <p:nvGraphicFramePr>
          <p:cNvPr id="562" name="Google Shape;562;p54"/>
          <p:cNvGraphicFramePr/>
          <p:nvPr/>
        </p:nvGraphicFramePr>
        <p:xfrm>
          <a:off x="4444899" y="1919300"/>
          <a:ext cx="3000000" cy="3000000"/>
        </p:xfrm>
        <a:graphic>
          <a:graphicData uri="http://schemas.openxmlformats.org/drawingml/2006/table">
            <a:tbl>
              <a:tblPr>
                <a:noFill/>
                <a:tableStyleId>{BD53B1BC-EF67-49F4-8920-0457392EC24F}</a:tableStyleId>
              </a:tblPr>
              <a:tblGrid>
                <a:gridCol w="1584500"/>
                <a:gridCol w="1584500"/>
              </a:tblGrid>
              <a:tr h="892775">
                <a:tc>
                  <a:txBody>
                    <a:bodyPr/>
                    <a:lstStyle/>
                    <a:p>
                      <a:pPr indent="0" lvl="0" marL="0" rtl="0" algn="l">
                        <a:spcBef>
                          <a:spcPts val="0"/>
                        </a:spcBef>
                        <a:spcAft>
                          <a:spcPts val="0"/>
                        </a:spcAft>
                        <a:buNone/>
                      </a:pPr>
                      <a:r>
                        <a:rPr b="1" lang="en-US"/>
                        <a:t>iOS App - Bluetooth</a:t>
                      </a:r>
                      <a:endParaRPr b="1"/>
                    </a:p>
                  </a:txBody>
                  <a:tcPr marT="91425" marB="91425" marR="91425" marL="91425"/>
                </a:tc>
                <a:tc>
                  <a:txBody>
                    <a:bodyPr/>
                    <a:lstStyle/>
                    <a:p>
                      <a:pPr indent="0" lvl="0" marL="0" rtl="0" algn="l">
                        <a:spcBef>
                          <a:spcPts val="0"/>
                        </a:spcBef>
                        <a:spcAft>
                          <a:spcPts val="0"/>
                        </a:spcAft>
                        <a:buNone/>
                      </a:pPr>
                      <a:r>
                        <a:rPr b="1" lang="en-US"/>
                        <a:t>Web Dashboard - Wi-Fi</a:t>
                      </a:r>
                      <a:endParaRPr b="1"/>
                    </a:p>
                  </a:txBody>
                  <a:tcPr marT="91425" marB="91425" marR="91425" marL="91425"/>
                </a:tc>
              </a:tr>
              <a:tr h="978400">
                <a:tc>
                  <a:txBody>
                    <a:bodyPr/>
                    <a:lstStyle/>
                    <a:p>
                      <a:pPr indent="0" lvl="0" marL="0" rtl="0" algn="l">
                        <a:spcBef>
                          <a:spcPts val="0"/>
                        </a:spcBef>
                        <a:spcAft>
                          <a:spcPts val="0"/>
                        </a:spcAft>
                        <a:buNone/>
                      </a:pPr>
                      <a:r>
                        <a:rPr lang="en-US"/>
                        <a:t>portable Workout control</a:t>
                      </a:r>
                      <a:endParaRPr/>
                    </a:p>
                  </a:txBody>
                  <a:tcPr marT="91425" marB="91425" marR="91425" marL="91425"/>
                </a:tc>
                <a:tc>
                  <a:txBody>
                    <a:bodyPr/>
                    <a:lstStyle/>
                    <a:p>
                      <a:pPr indent="0" lvl="0" marL="0" rtl="0" algn="l">
                        <a:spcBef>
                          <a:spcPts val="0"/>
                        </a:spcBef>
                        <a:spcAft>
                          <a:spcPts val="0"/>
                        </a:spcAft>
                        <a:buNone/>
                      </a:pPr>
                      <a:r>
                        <a:rPr lang="en-US"/>
                        <a:t>no installation required</a:t>
                      </a:r>
                      <a:endParaRPr/>
                    </a:p>
                  </a:txBody>
                  <a:tcPr marT="91425" marB="91425" marR="91425" marL="91425"/>
                </a:tc>
              </a:tr>
              <a:tr h="1308300">
                <a:tc>
                  <a:txBody>
                    <a:bodyPr/>
                    <a:lstStyle/>
                    <a:p>
                      <a:pPr indent="0" lvl="0" marL="0" rtl="0" algn="l">
                        <a:spcBef>
                          <a:spcPts val="0"/>
                        </a:spcBef>
                        <a:spcAft>
                          <a:spcPts val="0"/>
                        </a:spcAft>
                        <a:buNone/>
                      </a:pPr>
                      <a:r>
                        <a:rPr lang="en-US"/>
                        <a:t>Live training data</a:t>
                      </a:r>
                      <a:endParaRPr/>
                    </a:p>
                  </a:txBody>
                  <a:tcPr marT="91425" marB="91425" marR="91425" marL="91425"/>
                </a:tc>
                <a:tc>
                  <a:txBody>
                    <a:bodyPr/>
                    <a:lstStyle/>
                    <a:p>
                      <a:pPr indent="0" lvl="0" marL="0" rtl="0" algn="l">
                        <a:spcBef>
                          <a:spcPts val="0"/>
                        </a:spcBef>
                        <a:spcAft>
                          <a:spcPts val="0"/>
                        </a:spcAft>
                        <a:buNone/>
                      </a:pPr>
                      <a:r>
                        <a:rPr lang="en-US"/>
                        <a:t>Live speed visualisation</a:t>
                      </a:r>
                      <a:endParaRPr/>
                    </a:p>
                  </a:txBody>
                  <a:tcPr marT="91425" marB="91425" marR="91425" marL="91425"/>
                </a:tc>
              </a:tr>
              <a:tr h="1308300">
                <a:tc>
                  <a:txBody>
                    <a:bodyPr/>
                    <a:lstStyle/>
                    <a:p>
                      <a:pPr indent="0" lvl="0" marL="0" rtl="0" algn="l">
                        <a:spcBef>
                          <a:spcPts val="0"/>
                        </a:spcBef>
                        <a:spcAft>
                          <a:spcPts val="0"/>
                        </a:spcAft>
                        <a:buNone/>
                      </a:pPr>
                      <a:r>
                        <a:rPr lang="en-US"/>
                        <a:t>Sound feedback</a:t>
                      </a:r>
                      <a:endParaRPr/>
                    </a:p>
                  </a:txBody>
                  <a:tcPr marT="91425" marB="91425" marR="91425" marL="91425"/>
                </a:tc>
                <a:tc>
                  <a:txBody>
                    <a:bodyPr/>
                    <a:lstStyle/>
                    <a:p>
                      <a:pPr indent="0" lvl="0" marL="0" rtl="0" algn="l">
                        <a:spcBef>
                          <a:spcPts val="0"/>
                        </a:spcBef>
                        <a:spcAft>
                          <a:spcPts val="0"/>
                        </a:spcAft>
                        <a:buNone/>
                      </a:pPr>
                      <a:r>
                        <a:rPr lang="en-US"/>
                        <a:t>Next-set recommendation</a:t>
                      </a:r>
                      <a:endParaRPr/>
                    </a:p>
                  </a:txBody>
                  <a:tcPr marT="91425" marB="91425" marR="91425" marL="91425"/>
                </a:tc>
              </a:tr>
            </a:tbl>
          </a:graphicData>
        </a:graphic>
      </p:graphicFrame>
      <p:pic>
        <p:nvPicPr>
          <p:cNvPr id="563" name="Google Shape;563;p54" title="web-dashboard-recording.mov">
            <a:hlinkClick r:id="rId3"/>
          </p:cNvPr>
          <p:cNvPicPr preferRelativeResize="0"/>
          <p:nvPr/>
        </p:nvPicPr>
        <p:blipFill>
          <a:blip r:embed="rId4">
            <a:alphaModFix/>
          </a:blip>
          <a:stretch>
            <a:fillRect/>
          </a:stretch>
        </p:blipFill>
        <p:spPr>
          <a:xfrm>
            <a:off x="7886124" y="152400"/>
            <a:ext cx="3899423" cy="6553197"/>
          </a:xfrm>
          <a:prstGeom prst="rect">
            <a:avLst/>
          </a:prstGeom>
          <a:noFill/>
          <a:ln>
            <a:noFill/>
          </a:ln>
        </p:spPr>
      </p:pic>
      <p:pic>
        <p:nvPicPr>
          <p:cNvPr id="564" name="Google Shape;564;p54" title="WhatsApp Video 2026-10-20 at 4.48.25 PM.mp4">
            <a:hlinkClick r:id="rId5"/>
          </p:cNvPr>
          <p:cNvPicPr preferRelativeResize="0"/>
          <p:nvPr/>
        </p:nvPicPr>
        <p:blipFill>
          <a:blip r:embed="rId6">
            <a:alphaModFix/>
          </a:blip>
          <a:stretch>
            <a:fillRect/>
          </a:stretch>
        </p:blipFill>
        <p:spPr>
          <a:xfrm>
            <a:off x="354774" y="1122450"/>
            <a:ext cx="3817900" cy="55829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3"/>
                                        </p:tgtEl>
                                        <p:attrNameLst>
                                          <p:attrName>style.visibility</p:attrName>
                                        </p:attrNameLst>
                                      </p:cBhvr>
                                      <p:to>
                                        <p:strVal val="visible"/>
                                      </p:to>
                                    </p:set>
                                    <p:animEffect filter="fade" transition="in">
                                      <p:cBhvr>
                                        <p:cTn dur="1000"/>
                                        <p:tgtEl>
                                          <p:spTgt spid="5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4"/>
                                        </p:tgtEl>
                                        <p:attrNameLst>
                                          <p:attrName>style.visibility</p:attrName>
                                        </p:attrNameLst>
                                      </p:cBhvr>
                                      <p:to>
                                        <p:strVal val="visible"/>
                                      </p:to>
                                    </p:set>
                                    <p:animEffect filter="fade" transition="in">
                                      <p:cBhvr>
                                        <p:cTn dur="1000"/>
                                        <p:tgtEl>
                                          <p:spTgt spid="5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55"/>
          <p:cNvSpPr txBox="1"/>
          <p:nvPr>
            <p:ph type="title"/>
          </p:nvPr>
        </p:nvSpPr>
        <p:spPr>
          <a:xfrm>
            <a:off x="600900" y="930257"/>
            <a:ext cx="10990200" cy="568500"/>
          </a:xfrm>
          <a:prstGeom prst="rect">
            <a:avLst/>
          </a:prstGeom>
        </p:spPr>
        <p:txBody>
          <a:bodyPr anchorCtr="0" anchor="t" bIns="45700" lIns="91425" spcFirstLastPara="1" rIns="91425" wrap="square" tIns="108000">
            <a:noAutofit/>
          </a:bodyPr>
          <a:lstStyle/>
          <a:p>
            <a:pPr indent="0" lvl="0" marL="0" rtl="0" algn="l">
              <a:spcBef>
                <a:spcPts val="0"/>
              </a:spcBef>
              <a:spcAft>
                <a:spcPts val="0"/>
              </a:spcAft>
              <a:buNone/>
            </a:pPr>
            <a:r>
              <a:rPr lang="en-US"/>
              <a:t>Results	</a:t>
            </a:r>
            <a:endParaRPr/>
          </a:p>
        </p:txBody>
      </p:sp>
      <p:sp>
        <p:nvSpPr>
          <p:cNvPr id="571" name="Google Shape;571;p55"/>
          <p:cNvSpPr txBox="1"/>
          <p:nvPr>
            <p:ph idx="1" type="body"/>
          </p:nvPr>
        </p:nvSpPr>
        <p:spPr>
          <a:xfrm>
            <a:off x="702800" y="5312203"/>
            <a:ext cx="4093800" cy="13809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en-US"/>
              <a:t>Final </a:t>
            </a:r>
            <a:r>
              <a:rPr b="1" lang="en-US"/>
              <a:t>Prototype:</a:t>
            </a:r>
            <a:endParaRPr b="1"/>
          </a:p>
          <a:p>
            <a:pPr indent="-342900" lvl="0" marL="457200" rtl="0" algn="l">
              <a:spcBef>
                <a:spcPts val="1000"/>
              </a:spcBef>
              <a:spcAft>
                <a:spcPts val="0"/>
              </a:spcAft>
              <a:buSzPts val="1800"/>
              <a:buChar char="•"/>
            </a:pPr>
            <a:r>
              <a:rPr lang="en-US"/>
              <a:t>Covers wires and circuits</a:t>
            </a:r>
            <a:endParaRPr/>
          </a:p>
          <a:p>
            <a:pPr indent="-342900" lvl="0" marL="457200" rtl="0" algn="l">
              <a:spcBef>
                <a:spcPts val="0"/>
              </a:spcBef>
              <a:spcAft>
                <a:spcPts val="0"/>
              </a:spcAft>
              <a:buSzPts val="1800"/>
              <a:buChar char="•"/>
            </a:pPr>
            <a:r>
              <a:rPr lang="en-US"/>
              <a:t>Safe and aesthetic</a:t>
            </a:r>
            <a:endParaRPr/>
          </a:p>
          <a:p>
            <a:pPr indent="-342900" lvl="0" marL="457200" rtl="0" algn="l">
              <a:spcBef>
                <a:spcPts val="0"/>
              </a:spcBef>
              <a:spcAft>
                <a:spcPts val="0"/>
              </a:spcAft>
              <a:buSzPts val="1800"/>
              <a:buChar char="•"/>
            </a:pPr>
            <a:r>
              <a:rPr lang="en-US"/>
              <a:t>Built with CNC machining</a:t>
            </a:r>
            <a:endParaRPr/>
          </a:p>
        </p:txBody>
      </p:sp>
      <p:sp>
        <p:nvSpPr>
          <p:cNvPr id="572" name="Google Shape;572;p55"/>
          <p:cNvSpPr txBox="1"/>
          <p:nvPr>
            <p:ph idx="1" type="body"/>
          </p:nvPr>
        </p:nvSpPr>
        <p:spPr>
          <a:xfrm>
            <a:off x="5915025" y="1366838"/>
            <a:ext cx="4795200" cy="11757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en-US"/>
              <a:t>Evaluation</a:t>
            </a:r>
            <a:endParaRPr b="1"/>
          </a:p>
          <a:p>
            <a:pPr indent="-342900" lvl="0" marL="457200" rtl="0" algn="l">
              <a:spcBef>
                <a:spcPts val="1000"/>
              </a:spcBef>
              <a:spcAft>
                <a:spcPts val="0"/>
              </a:spcAft>
              <a:buSzPts val="1800"/>
              <a:buChar char="•"/>
            </a:pPr>
            <a:r>
              <a:rPr lang="en-US"/>
              <a:t>Accurate user speed measuring</a:t>
            </a:r>
            <a:endParaRPr/>
          </a:p>
          <a:p>
            <a:pPr indent="-342900" lvl="0" marL="457200" rtl="0" algn="l">
              <a:spcBef>
                <a:spcPts val="0"/>
              </a:spcBef>
              <a:spcAft>
                <a:spcPts val="0"/>
              </a:spcAft>
              <a:buSzPts val="1800"/>
              <a:buChar char="•"/>
            </a:pPr>
            <a:r>
              <a:rPr lang="en-US"/>
              <a:t>8 % average error</a:t>
            </a:r>
            <a:endParaRPr/>
          </a:p>
        </p:txBody>
      </p:sp>
      <p:pic>
        <p:nvPicPr>
          <p:cNvPr id="573" name="Google Shape;573;p55"/>
          <p:cNvPicPr preferRelativeResize="0"/>
          <p:nvPr/>
        </p:nvPicPr>
        <p:blipFill>
          <a:blip r:embed="rId3">
            <a:alphaModFix/>
          </a:blip>
          <a:stretch>
            <a:fillRect/>
          </a:stretch>
        </p:blipFill>
        <p:spPr>
          <a:xfrm>
            <a:off x="5840186" y="2542562"/>
            <a:ext cx="5300975" cy="3902125"/>
          </a:xfrm>
          <a:prstGeom prst="rect">
            <a:avLst/>
          </a:prstGeom>
          <a:noFill/>
          <a:ln>
            <a:noFill/>
          </a:ln>
        </p:spPr>
      </p:pic>
      <p:pic>
        <p:nvPicPr>
          <p:cNvPr id="574" name="Google Shape;574;p55"/>
          <p:cNvPicPr preferRelativeResize="0"/>
          <p:nvPr/>
        </p:nvPicPr>
        <p:blipFill rotWithShape="1">
          <a:blip r:embed="rId4">
            <a:alphaModFix/>
          </a:blip>
          <a:srcRect b="24038" l="26453" r="27172" t="24850"/>
          <a:stretch/>
        </p:blipFill>
        <p:spPr>
          <a:xfrm>
            <a:off x="4361506" y="5525388"/>
            <a:ext cx="748458" cy="824835"/>
          </a:xfrm>
          <a:prstGeom prst="rect">
            <a:avLst/>
          </a:prstGeom>
          <a:noFill/>
          <a:ln>
            <a:noFill/>
          </a:ln>
        </p:spPr>
      </p:pic>
      <p:sp>
        <p:nvSpPr>
          <p:cNvPr id="575" name="Google Shape;575;p55"/>
          <p:cNvSpPr txBox="1"/>
          <p:nvPr/>
        </p:nvSpPr>
        <p:spPr>
          <a:xfrm>
            <a:off x="4213350" y="6285917"/>
            <a:ext cx="1044900" cy="335100"/>
          </a:xfrm>
          <a:prstGeom prst="rect">
            <a:avLst/>
          </a:prstGeom>
          <a:noFill/>
          <a:ln>
            <a:noFill/>
          </a:ln>
        </p:spPr>
        <p:txBody>
          <a:bodyPr anchorCtr="0" anchor="t" bIns="72000" lIns="72000" spcFirstLastPara="1" rIns="72000" wrap="square" tIns="72000">
            <a:noAutofit/>
          </a:bodyPr>
          <a:lstStyle/>
          <a:p>
            <a:pPr indent="0" lvl="0" marL="0" rtl="0" algn="ctr">
              <a:spcBef>
                <a:spcPts val="0"/>
              </a:spcBef>
              <a:spcAft>
                <a:spcPts val="0"/>
              </a:spcAft>
              <a:buNone/>
            </a:pPr>
            <a:r>
              <a:rPr b="1" lang="en-US" sz="1496">
                <a:solidFill>
                  <a:schemeClr val="dk1"/>
                </a:solidFill>
                <a:latin typeface="Roboto"/>
                <a:ea typeface="Roboto"/>
                <a:cs typeface="Roboto"/>
                <a:sym typeface="Roboto"/>
              </a:rPr>
              <a:t>CNC</a:t>
            </a:r>
            <a:endParaRPr b="1" sz="1496">
              <a:solidFill>
                <a:schemeClr val="dk1"/>
              </a:solidFill>
              <a:latin typeface="Roboto"/>
              <a:ea typeface="Roboto"/>
              <a:cs typeface="Roboto"/>
              <a:sym typeface="Roboto"/>
            </a:endParaRPr>
          </a:p>
        </p:txBody>
      </p:sp>
      <p:pic>
        <p:nvPicPr>
          <p:cNvPr id="576" name="Google Shape;576;p55"/>
          <p:cNvPicPr preferRelativeResize="0"/>
          <p:nvPr/>
        </p:nvPicPr>
        <p:blipFill>
          <a:blip r:embed="rId5">
            <a:alphaModFix/>
          </a:blip>
          <a:stretch>
            <a:fillRect/>
          </a:stretch>
        </p:blipFill>
        <p:spPr>
          <a:xfrm>
            <a:off x="427600" y="1663912"/>
            <a:ext cx="4644198" cy="348313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56"/>
          <p:cNvSpPr txBox="1"/>
          <p:nvPr>
            <p:ph type="title"/>
          </p:nvPr>
        </p:nvSpPr>
        <p:spPr>
          <a:xfrm>
            <a:off x="600075" y="1095632"/>
            <a:ext cx="10990200" cy="568500"/>
          </a:xfrm>
          <a:prstGeom prst="rect">
            <a:avLst/>
          </a:prstGeom>
        </p:spPr>
        <p:txBody>
          <a:bodyPr anchorCtr="0" anchor="t" bIns="45700" lIns="91425" spcFirstLastPara="1" rIns="91425" wrap="square" tIns="108000">
            <a:noAutofit/>
          </a:bodyPr>
          <a:lstStyle/>
          <a:p>
            <a:pPr indent="0" lvl="0" marL="0" rtl="0" algn="l">
              <a:spcBef>
                <a:spcPts val="0"/>
              </a:spcBef>
              <a:spcAft>
                <a:spcPts val="0"/>
              </a:spcAft>
              <a:buNone/>
            </a:pPr>
            <a:r>
              <a:rPr lang="en-US"/>
              <a:t>PROJECT </a:t>
            </a:r>
            <a:r>
              <a:rPr lang="en-US"/>
              <a:t>METHODOLOGY</a:t>
            </a:r>
            <a:endParaRPr/>
          </a:p>
        </p:txBody>
      </p:sp>
      <p:graphicFrame>
        <p:nvGraphicFramePr>
          <p:cNvPr id="583" name="Google Shape;583;p56"/>
          <p:cNvGraphicFramePr/>
          <p:nvPr/>
        </p:nvGraphicFramePr>
        <p:xfrm>
          <a:off x="2821475" y="2276200"/>
          <a:ext cx="3000000" cy="3000000"/>
        </p:xfrm>
        <a:graphic>
          <a:graphicData uri="http://schemas.openxmlformats.org/drawingml/2006/table">
            <a:tbl>
              <a:tblPr>
                <a:noFill/>
                <a:tableStyleId>{BD53B1BC-EF67-49F4-8920-0457392EC24F}</a:tableStyleId>
              </a:tblPr>
              <a:tblGrid>
                <a:gridCol w="2827700"/>
                <a:gridCol w="2827700"/>
                <a:gridCol w="3368075"/>
              </a:tblGrid>
              <a:tr h="381000">
                <a:tc>
                  <a:txBody>
                    <a:bodyPr/>
                    <a:lstStyle/>
                    <a:p>
                      <a:pPr indent="0" lvl="0" marL="0" rtl="0" algn="l">
                        <a:spcBef>
                          <a:spcPts val="0"/>
                        </a:spcBef>
                        <a:spcAft>
                          <a:spcPts val="0"/>
                        </a:spcAft>
                        <a:buNone/>
                      </a:pPr>
                      <a:r>
                        <a:rPr b="1" lang="en-US" sz="1800"/>
                        <a:t>Hardware</a:t>
                      </a:r>
                      <a:endParaRPr b="1" sz="1800"/>
                    </a:p>
                  </a:txBody>
                  <a:tcPr marT="91425" marB="91425" marR="91425" marL="91425"/>
                </a:tc>
                <a:tc>
                  <a:txBody>
                    <a:bodyPr/>
                    <a:lstStyle/>
                    <a:p>
                      <a:pPr indent="0" lvl="0" marL="0" rtl="0" algn="l">
                        <a:spcBef>
                          <a:spcPts val="0"/>
                        </a:spcBef>
                        <a:spcAft>
                          <a:spcPts val="0"/>
                        </a:spcAft>
                        <a:buNone/>
                      </a:pPr>
                      <a:r>
                        <a:rPr b="1" lang="en-US" sz="1800"/>
                        <a:t>HTML Software</a:t>
                      </a:r>
                      <a:endParaRPr b="1" sz="1800"/>
                    </a:p>
                  </a:txBody>
                  <a:tcPr marT="91425" marB="91425" marR="91425" marL="91425"/>
                </a:tc>
                <a:tc>
                  <a:txBody>
                    <a:bodyPr/>
                    <a:lstStyle/>
                    <a:p>
                      <a:pPr indent="0" lvl="0" marL="0" rtl="0" algn="l">
                        <a:spcBef>
                          <a:spcPts val="0"/>
                        </a:spcBef>
                        <a:spcAft>
                          <a:spcPts val="0"/>
                        </a:spcAft>
                        <a:buNone/>
                      </a:pPr>
                      <a:r>
                        <a:rPr b="1" lang="en-US" sz="1800"/>
                        <a:t>Wi-Fi and App Software</a:t>
                      </a:r>
                      <a:endParaRPr b="1" sz="1800"/>
                    </a:p>
                  </a:txBody>
                  <a:tcPr marT="91425" marB="91425" marR="91425" marL="91425"/>
                </a:tc>
              </a:tr>
              <a:tr h="381000">
                <a:tc>
                  <a:txBody>
                    <a:bodyPr/>
                    <a:lstStyle/>
                    <a:p>
                      <a:pPr indent="-317500" lvl="0" marL="457200" rtl="0" algn="l">
                        <a:spcBef>
                          <a:spcPts val="0"/>
                        </a:spcBef>
                        <a:spcAft>
                          <a:spcPts val="0"/>
                        </a:spcAft>
                        <a:buSzPts val="1400"/>
                        <a:buChar char="●"/>
                      </a:pPr>
                      <a:r>
                        <a:rPr lang="en-US"/>
                        <a:t>Created a closed box to cover the cables from the power supply an ODrive </a:t>
                      </a:r>
                      <a:r>
                        <a:rPr lang="en-US"/>
                        <a:t>safely. </a:t>
                      </a:r>
                      <a:endParaRPr/>
                    </a:p>
                  </a:txBody>
                  <a:tcPr marT="91425" marB="91425" marR="91425" marL="91425"/>
                </a:tc>
                <a:tc>
                  <a:txBody>
                    <a:bodyPr/>
                    <a:lstStyle/>
                    <a:p>
                      <a:pPr indent="-317500" lvl="0" marL="457200" rtl="0" algn="l">
                        <a:spcBef>
                          <a:spcPts val="0"/>
                        </a:spcBef>
                        <a:spcAft>
                          <a:spcPts val="0"/>
                        </a:spcAft>
                        <a:buSzPts val="1400"/>
                        <a:buChar char="●"/>
                      </a:pPr>
                      <a:r>
                        <a:rPr lang="en-US"/>
                        <a:t>Implemented the python project into an HTML interface operable from GitHub</a:t>
                      </a:r>
                      <a:endParaRPr/>
                    </a:p>
                    <a:p>
                      <a:pPr indent="-317500" lvl="0" marL="457200" rtl="0" algn="l">
                        <a:spcBef>
                          <a:spcPts val="0"/>
                        </a:spcBef>
                        <a:spcAft>
                          <a:spcPts val="0"/>
                        </a:spcAft>
                        <a:buSzPts val="1400"/>
                        <a:buChar char="●"/>
                      </a:pPr>
                      <a:r>
                        <a:rPr lang="en-US"/>
                        <a:t>Designed the adaptive resistance mode </a:t>
                      </a:r>
                      <a:r>
                        <a:rPr lang="en-US"/>
                        <a:t>tracking the rep speed</a:t>
                      </a:r>
                      <a:endParaRPr/>
                    </a:p>
                  </a:txBody>
                  <a:tcPr marT="91425" marB="91425" marR="91425" marL="91425"/>
                </a:tc>
                <a:tc>
                  <a:txBody>
                    <a:bodyPr/>
                    <a:lstStyle/>
                    <a:p>
                      <a:pPr indent="-317500" lvl="0" marL="457200" rtl="0" algn="l">
                        <a:spcBef>
                          <a:spcPts val="0"/>
                        </a:spcBef>
                        <a:spcAft>
                          <a:spcPts val="0"/>
                        </a:spcAft>
                        <a:buClr>
                          <a:schemeClr val="dk1"/>
                        </a:buClr>
                        <a:buSzPts val="1400"/>
                        <a:buChar char="●"/>
                      </a:pPr>
                      <a:r>
                        <a:rPr lang="en-US">
                          <a:solidFill>
                            <a:schemeClr val="dk1"/>
                          </a:solidFill>
                        </a:rPr>
                        <a:t>Developed the iOS app using Bluetooth</a:t>
                      </a:r>
                      <a:endParaRPr>
                        <a:solidFill>
                          <a:schemeClr val="dk1"/>
                        </a:solidFill>
                      </a:endParaRPr>
                    </a:p>
                    <a:p>
                      <a:pPr indent="-317500" lvl="0" marL="457200" rtl="0" algn="l">
                        <a:spcBef>
                          <a:spcPts val="0"/>
                        </a:spcBef>
                        <a:spcAft>
                          <a:spcPts val="0"/>
                        </a:spcAft>
                        <a:buClr>
                          <a:schemeClr val="dk1"/>
                        </a:buClr>
                        <a:buSzPts val="1400"/>
                        <a:buChar char="●"/>
                      </a:pPr>
                      <a:r>
                        <a:rPr lang="en-US">
                          <a:solidFill>
                            <a:schemeClr val="dk1"/>
                          </a:solidFill>
                        </a:rPr>
                        <a:t>Developed the ESP32-WiFi dashboard</a:t>
                      </a:r>
                      <a:endParaRPr>
                        <a:solidFill>
                          <a:schemeClr val="dk1"/>
                        </a:solidFill>
                      </a:endParaRPr>
                    </a:p>
                    <a:p>
                      <a:pPr indent="-317500" lvl="0" marL="457200" rtl="0" algn="l">
                        <a:spcBef>
                          <a:spcPts val="0"/>
                        </a:spcBef>
                        <a:spcAft>
                          <a:spcPts val="0"/>
                        </a:spcAft>
                        <a:buClr>
                          <a:schemeClr val="dk1"/>
                        </a:buClr>
                        <a:buSzPts val="1400"/>
                        <a:buChar char="●"/>
                      </a:pPr>
                      <a:r>
                        <a:rPr lang="en-US">
                          <a:solidFill>
                            <a:schemeClr val="dk1"/>
                          </a:solidFill>
                        </a:rPr>
                        <a:t>Integrated both interfaces with the shared ESP32 firmware</a:t>
                      </a:r>
                      <a:endParaRPr>
                        <a:solidFill>
                          <a:schemeClr val="dk1"/>
                        </a:solidFill>
                      </a:endParaRPr>
                    </a:p>
                  </a:txBody>
                  <a:tcPr marT="91425" marB="91425" marR="91425" marL="91425"/>
                </a:tc>
              </a:tr>
              <a:tr h="1073050">
                <a:tc>
                  <a:txBody>
                    <a:bodyPr/>
                    <a:lstStyle/>
                    <a:p>
                      <a:pPr indent="-317500" lvl="0" marL="457200" rtl="0" algn="l">
                        <a:spcBef>
                          <a:spcPts val="0"/>
                        </a:spcBef>
                        <a:spcAft>
                          <a:spcPts val="0"/>
                        </a:spcAft>
                        <a:buSzPts val="1400"/>
                        <a:buChar char="●"/>
                      </a:pPr>
                      <a:r>
                        <a:rPr lang="en-US"/>
                        <a:t>Find a better way of anchoring the </a:t>
                      </a:r>
                      <a:r>
                        <a:rPr lang="en-US"/>
                        <a:t>cable</a:t>
                      </a:r>
                      <a:r>
                        <a:rPr lang="en-US"/>
                        <a:t> system. </a:t>
                      </a:r>
                      <a:endParaRPr/>
                    </a:p>
                  </a:txBody>
                  <a:tcPr marT="91425" marB="91425" marR="91425" marL="91425"/>
                </a:tc>
                <a:tc>
                  <a:txBody>
                    <a:bodyPr/>
                    <a:lstStyle/>
                    <a:p>
                      <a:pPr indent="-317500" lvl="0" marL="457200" rtl="0" algn="l">
                        <a:spcBef>
                          <a:spcPts val="0"/>
                        </a:spcBef>
                        <a:spcAft>
                          <a:spcPts val="0"/>
                        </a:spcAft>
                        <a:buSzPts val="1400"/>
                        <a:buChar char="●"/>
                      </a:pPr>
                      <a:r>
                        <a:rPr lang="en-US"/>
                        <a:t>More research on training efficiency to make the adaptive mode better</a:t>
                      </a:r>
                      <a:endParaRPr/>
                    </a:p>
                  </a:txBody>
                  <a:tcPr marT="91425" marB="91425" marR="91425" marL="91425"/>
                </a:tc>
                <a:tc>
                  <a:txBody>
                    <a:bodyPr/>
                    <a:lstStyle/>
                    <a:p>
                      <a:pPr indent="-317500" lvl="0" marL="457200" rtl="0" algn="l">
                        <a:spcBef>
                          <a:spcPts val="0"/>
                        </a:spcBef>
                        <a:spcAft>
                          <a:spcPts val="0"/>
                        </a:spcAft>
                        <a:buSzPts val="1400"/>
                        <a:buChar char="●"/>
                      </a:pPr>
                      <a:r>
                        <a:rPr lang="en-US"/>
                        <a:t>Test the adaptive system with more users</a:t>
                      </a:r>
                      <a:endParaRPr/>
                    </a:p>
                    <a:p>
                      <a:pPr indent="-317500" lvl="0" marL="457200" rtl="0" algn="l">
                        <a:spcBef>
                          <a:spcPts val="0"/>
                        </a:spcBef>
                        <a:spcAft>
                          <a:spcPts val="0"/>
                        </a:spcAft>
                        <a:buSzPts val="1400"/>
                        <a:buChar char="●"/>
                      </a:pPr>
                      <a:r>
                        <a:rPr lang="en-US"/>
                        <a:t>Start complete system testing earlier</a:t>
                      </a:r>
                      <a:endParaRPr/>
                    </a:p>
                  </a:txBody>
                  <a:tcPr marT="91425" marB="91425" marR="91425" marL="91425"/>
                </a:tc>
              </a:tr>
            </a:tbl>
          </a:graphicData>
        </a:graphic>
      </p:graphicFrame>
      <p:sp>
        <p:nvSpPr>
          <p:cNvPr id="584" name="Google Shape;584;p56"/>
          <p:cNvSpPr txBox="1"/>
          <p:nvPr>
            <p:ph idx="1" type="body"/>
          </p:nvPr>
        </p:nvSpPr>
        <p:spPr>
          <a:xfrm>
            <a:off x="662325" y="2723888"/>
            <a:ext cx="1469700" cy="3945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en-US"/>
              <a:t>Did Well</a:t>
            </a:r>
            <a:endParaRPr/>
          </a:p>
        </p:txBody>
      </p:sp>
      <p:sp>
        <p:nvSpPr>
          <p:cNvPr id="585" name="Google Shape;585;p56"/>
          <p:cNvSpPr txBox="1"/>
          <p:nvPr>
            <p:ph idx="1" type="body"/>
          </p:nvPr>
        </p:nvSpPr>
        <p:spPr>
          <a:xfrm>
            <a:off x="662325" y="4400250"/>
            <a:ext cx="1469700" cy="622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en-US"/>
              <a:t>Would do </a:t>
            </a:r>
            <a:r>
              <a:rPr lang="en-US"/>
              <a:t>differently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57"/>
          <p:cNvSpPr txBox="1"/>
          <p:nvPr>
            <p:ph type="ctrTitle"/>
          </p:nvPr>
        </p:nvSpPr>
        <p:spPr>
          <a:xfrm>
            <a:off x="1695825" y="3416300"/>
            <a:ext cx="8798700" cy="1020900"/>
          </a:xfrm>
          <a:prstGeom prst="rect">
            <a:avLst/>
          </a:prstGeom>
          <a:noFill/>
          <a:ln>
            <a:noFill/>
          </a:ln>
        </p:spPr>
        <p:txBody>
          <a:bodyPr anchorCtr="0" anchor="ctr" bIns="45700" lIns="91425" spcFirstLastPara="1" rIns="91425" wrap="square" tIns="108000">
            <a:noAutofit/>
          </a:bodyPr>
          <a:lstStyle/>
          <a:p>
            <a:pPr indent="0" lvl="0" marL="0" rtl="0" algn="ctr">
              <a:lnSpc>
                <a:spcPct val="90000"/>
              </a:lnSpc>
              <a:spcBef>
                <a:spcPts val="0"/>
              </a:spcBef>
              <a:spcAft>
                <a:spcPts val="0"/>
              </a:spcAft>
              <a:buClr>
                <a:schemeClr val="lt1"/>
              </a:buClr>
              <a:buSzPts val="4800"/>
              <a:buFont typeface="Figtree"/>
              <a:buNone/>
            </a:pPr>
            <a:r>
              <a:rPr lang="en-US">
                <a:solidFill>
                  <a:srgbClr val="FFFFFF"/>
                </a:solidFill>
              </a:rPr>
              <a:t>Tack for öss</a:t>
            </a:r>
            <a:endParaRPr>
              <a:solidFill>
                <a:srgbClr val="FFFFFF"/>
              </a:solidFill>
            </a:endParaRPr>
          </a:p>
        </p:txBody>
      </p:sp>
      <p:sp>
        <p:nvSpPr>
          <p:cNvPr id="591" name="Google Shape;591;p57"/>
          <p:cNvSpPr txBox="1"/>
          <p:nvPr>
            <p:ph idx="1" type="subTitle"/>
          </p:nvPr>
        </p:nvSpPr>
        <p:spPr>
          <a:xfrm>
            <a:off x="4822050" y="5776925"/>
            <a:ext cx="2547900" cy="359100"/>
          </a:xfrm>
          <a:prstGeom prst="rect">
            <a:avLst/>
          </a:prstGeom>
          <a:noFill/>
          <a:ln>
            <a:noFill/>
          </a:ln>
        </p:spPr>
        <p:txBody>
          <a:bodyPr anchorCtr="0" anchor="t" bIns="45700" lIns="91425" spcFirstLastPara="1" rIns="91425" wrap="square" tIns="45700">
            <a:normAutofit/>
          </a:bodyPr>
          <a:lstStyle/>
          <a:p>
            <a:pPr indent="0" lvl="0" marL="0" rtl="0" algn="ctr">
              <a:lnSpc>
                <a:spcPct val="80000"/>
              </a:lnSpc>
              <a:spcBef>
                <a:spcPts val="0"/>
              </a:spcBef>
              <a:spcAft>
                <a:spcPts val="0"/>
              </a:spcAft>
              <a:buSzPts val="2000"/>
              <a:buNone/>
            </a:pPr>
            <a:r>
              <a:rPr b="1" lang="en-US" sz="1800">
                <a:solidFill>
                  <a:srgbClr val="BFD5EC"/>
                </a:solidFill>
              </a:rPr>
              <a:t>POWER CABLE V2</a:t>
            </a:r>
            <a:endParaRPr b="1" sz="1800">
              <a:solidFill>
                <a:srgbClr val="BFD5EC"/>
              </a:solidFill>
            </a:endParaRPr>
          </a:p>
        </p:txBody>
      </p:sp>
      <p:sp>
        <p:nvSpPr>
          <p:cNvPr id="592" name="Google Shape;592;p57"/>
          <p:cNvSpPr txBox="1"/>
          <p:nvPr/>
        </p:nvSpPr>
        <p:spPr>
          <a:xfrm>
            <a:off x="5410875" y="4457250"/>
            <a:ext cx="1368600" cy="435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US" sz="1700">
                <a:solidFill>
                  <a:srgbClr val="66B9FF"/>
                </a:solidFill>
                <a:latin typeface="Figtree"/>
                <a:ea typeface="Figtree"/>
                <a:cs typeface="Figtree"/>
                <a:sym typeface="Figtree"/>
              </a:rPr>
              <a:t>Questions?</a:t>
            </a:r>
            <a:endParaRPr i="1" sz="1700">
              <a:solidFill>
                <a:srgbClr val="66B9FF"/>
              </a:solidFill>
              <a:latin typeface="Figtree"/>
              <a:ea typeface="Figtree"/>
              <a:cs typeface="Figtree"/>
              <a:sym typeface="Figtree"/>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tema">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